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9eb3187dc34021" /><Relationship Type="http://schemas.openxmlformats.org/officeDocument/2006/relationships/extended-properties" Target="/docProps/app.xml" Id="R3beba0bd7496415a" /><Relationship Type="http://schemas.openxmlformats.org/officeDocument/2006/relationships/officeDocument" Target="/ppt/presentation.xml" Id="R2c3b158273a54e90" /></Relationships>
</file>

<file path=ppt/presentation.xml><?xml version="1.0" encoding="utf-8"?>
<p:presentation xmlns:p="http://schemas.openxmlformats.org/presentationml/2006/main">
  <p:sldMasterIdLst>
    <p:sldMasterId xmlns:r="http://schemas.openxmlformats.org/officeDocument/2006/relationships" id="2147483648" r:id="Rf97937f3ef15472e"/>
  </p:sldMasterIdLst>
  <p:notesMasterIdLst>
    <p:notesMasterId xmlns:r="http://schemas.openxmlformats.org/officeDocument/2006/relationships" r:id="R95cd3680301a473f"/>
  </p:notesMasterIdLst>
  <p:sldIdLst>
    <p:sldId xmlns:r="http://schemas.openxmlformats.org/officeDocument/2006/relationships" id="256" r:id="R47af02b0b1184ed1"/>
    <p:sldId xmlns:r="http://schemas.openxmlformats.org/officeDocument/2006/relationships" id="257" r:id="Rdb9b7e810e7c4233"/>
    <p:sldId xmlns:r="http://schemas.openxmlformats.org/officeDocument/2006/relationships" id="258" r:id="R7c27b0721e0d4fab"/>
    <p:sldId xmlns:r="http://schemas.openxmlformats.org/officeDocument/2006/relationships" id="259" r:id="R1407231937074642"/>
    <p:sldId xmlns:r="http://schemas.openxmlformats.org/officeDocument/2006/relationships" id="260" r:id="R4b33fa6f65a94269"/>
    <p:sldId xmlns:r="http://schemas.openxmlformats.org/officeDocument/2006/relationships" id="261" r:id="R6997342b12f344f5"/>
    <p:sldId xmlns:r="http://schemas.openxmlformats.org/officeDocument/2006/relationships" id="262" r:id="R549da5e028b84d71"/>
    <p:sldId xmlns:r="http://schemas.openxmlformats.org/officeDocument/2006/relationships" id="263" r:id="R45d04c519b3a4413"/>
    <p:sldId xmlns:r="http://schemas.openxmlformats.org/officeDocument/2006/relationships" id="264" r:id="R3df3ecdbfce542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b0b7a35515496a" /><Relationship Type="http://schemas.openxmlformats.org/officeDocument/2006/relationships/slideMaster" Target="/ppt/slideMasters/slideMaster1.xml" Id="Rf97937f3ef15472e" /><Relationship Type="http://schemas.openxmlformats.org/officeDocument/2006/relationships/notesMaster" Target="/ppt/notesMasters/notesMaster1.xml" Id="R95cd3680301a473f" /><Relationship Type="http://schemas.openxmlformats.org/officeDocument/2006/relationships/presProps" Target="/ppt/presProps.xml" Id="R72478e414d324eb6" /><Relationship Type="http://schemas.openxmlformats.org/officeDocument/2006/relationships/tableStyles" Target="/ppt/tableStyles.xml" Id="Rac423521b5c24687" /><Relationship Type="http://schemas.openxmlformats.org/officeDocument/2006/relationships/slide" Target="/ppt/slides/slide1.xml" Id="R47af02b0b1184ed1" /><Relationship Type="http://schemas.openxmlformats.org/officeDocument/2006/relationships/slide" Target="/ppt/slides/slide2.xml" Id="Rdb9b7e810e7c4233" /><Relationship Type="http://schemas.openxmlformats.org/officeDocument/2006/relationships/slide" Target="/ppt/slides/slide3.xml" Id="R7c27b0721e0d4fab" /><Relationship Type="http://schemas.openxmlformats.org/officeDocument/2006/relationships/slide" Target="/ppt/slides/slide4.xml" Id="R1407231937074642" /><Relationship Type="http://schemas.openxmlformats.org/officeDocument/2006/relationships/slide" Target="/ppt/slides/slide5.xml" Id="R4b33fa6f65a94269" /><Relationship Type="http://schemas.openxmlformats.org/officeDocument/2006/relationships/slide" Target="/ppt/slides/slide6.xml" Id="R6997342b12f344f5" /><Relationship Type="http://schemas.openxmlformats.org/officeDocument/2006/relationships/slide" Target="/ppt/slides/slide7.xml" Id="R549da5e028b84d71" /><Relationship Type="http://schemas.openxmlformats.org/officeDocument/2006/relationships/slide" Target="/ppt/slides/slide8.xml" Id="R45d04c519b3a4413" /><Relationship Type="http://schemas.openxmlformats.org/officeDocument/2006/relationships/slide" Target="/ppt/slides/slide9.xml" Id="R3df3ecdbfce542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8b465d54704e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dad18eef374fdf" /><Relationship Type="http://schemas.openxmlformats.org/officeDocument/2006/relationships/notesMaster" Target="/ppt/notesMasters/notesMaster1.xml" Id="R9ae7d5bdbf3b45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f4cc5a6ee74bd1" /><Relationship Type="http://schemas.openxmlformats.org/officeDocument/2006/relationships/notesMaster" Target="/ppt/notesMasters/notesMaster1.xml" Id="R6496658707aa4a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7b0a67f18d4c43" /><Relationship Type="http://schemas.openxmlformats.org/officeDocument/2006/relationships/notesMaster" Target="/ppt/notesMasters/notesMaster1.xml" Id="Rccb5d68c93f346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dc66091014423b" /><Relationship Type="http://schemas.openxmlformats.org/officeDocument/2006/relationships/notesMaster" Target="/ppt/notesMasters/notesMaster1.xml" Id="R249521312da146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abb330185b4c1f" /><Relationship Type="http://schemas.openxmlformats.org/officeDocument/2006/relationships/notesMaster" Target="/ppt/notesMasters/notesMaster1.xml" Id="Rec8c1b70c1c94f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8e9a495c2b4ee7" /><Relationship Type="http://schemas.openxmlformats.org/officeDocument/2006/relationships/notesMaster" Target="/ppt/notesMasters/notesMaster1.xml" Id="R44608ae9367e4f9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1ccf447ca54344" /><Relationship Type="http://schemas.openxmlformats.org/officeDocument/2006/relationships/notesMaster" Target="/ppt/notesMasters/notesMaster1.xml" Id="Rd7fc10b1e7f447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3e8de372954d99" /><Relationship Type="http://schemas.openxmlformats.org/officeDocument/2006/relationships/notesMaster" Target="/ppt/notesMasters/notesMaster1.xml" Id="Reb9ca8a5a88c41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28cb03a41046d6" /><Relationship Type="http://schemas.openxmlformats.org/officeDocument/2006/relationships/notesMaster" Target="/ppt/notesMasters/notesMaster1.xml" Id="Rec4339920a2844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about 30 seconds. Continuum protects the last minutes of an online exam. Stop the active application while a student is answering, observe recovery, then show a receipt recovered after a committed response was lost. Explain that intent means an explicit application recovery policy. Source: docs/faculty-pitch.md; implementation: internal/continuum and internal/store.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a fresh synthetic student session with the Cloud Architecture CAT. The server stores the attempt start and deadline; recovery does not restart the timer. A local browser draft differs from an acknowledged server save. A final receipt is durable submission evidence. Screenshot is a genuine local rehearsal, not the AWS deployment. Sources: docs/evidence/student-timed-exam.png; docs/evidence/local-timed-exam.json; web/src/routes/quiz.$examId.tsx; internal/exams/exams.go.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regional resources use the selected Region ap-southeast-2. A and B are t3.micro EC2 instances in separate Availability Zones. The private router reads the active backend and monotonic epoch strongly from DynamoDB and strips client routing headers. EC2 accepts app traffic only from the private router/verifier security group. Lambda functions requiring public AWS API access run outside the VPC. Private S3 frontend assets use CloudFront OAC. DynamoDB and S3 gateway endpoints avoid a NAT gateway. Source: infra/demo; docs/demo-runbook.md.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monitor confirms sustained failure using three probes separated by five seconds. Only then does it start Step Functions. The workflow acquires an incident lease, checks ownership/route and standby readiness, conditionally advances the active writer epoch, probes the public route and reconciles pending audit work. Rollback requires fresh health of the former backend. A failed smoke or reconciliation conflict cannot return a successful recovery. Sources: internal/continuum/cloud.go; statemachine/demo-failover.asl.json.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final submission uses a persistent request ID and immutable answer snapshot. Canonical submission, receipt, attempt completion, and outbox commit transactionally with the writer epoch condition. An exact receipt lookup happens before deadline rejection, so an already committed request can recover after the exam closes. A new uncommitted late submission is still rejected. Show the receipt reference and submitted time. The cloud-rehearsal.json exact replay contains the original request ID and unchanged commit timestamp; changed answers under the same ID return 409. Sources: internal/store/store.go; web/src/lib/pending-submission.ts; docs/evidence/cloud-rehearsal.json; integration/demo_test.go.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Recorded on 10 October 2026 in Sydney. The automated rehearsal stopped the actual primary EC2 instance, not an emulated process. B became active at epoch 2. The external 50.472 second observation includes scheduling, polling, public health and completed reconciliation. The internal 23.713 second metric starts before the first monitor probe and ends at public smoke; it excludes earlier schedule delay. Do not present it as fault-to-recovery. Independent DynamoDB inspection found one canonical submission, one receipt, one processed journal and one audit summary. A separate repeated reconciliation processed zero further records. The screenshot was captured after A returned healthy and remained fenced as standby. Sources: docs/evidence/cloud-instance-fault.json; cloud-rehearsal.json; cloud-records.json; cloud-status-after-review.json; cloud-recovery.png.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prototype adds a custom router/application contract on top of AWS managed primitives. AWS supports custom health checks and powerful routing; do not claim AWS cannot do them. The aim is a bounded faculty prototype that avoids recurring infrastructure such as an ALB, NAT gateway, purchased DNS and database replicas. API Gateway/Lambda still incur request charges and add latency/payload limits. Shared DynamoDB remains a regional dependency. Local mode uses two HTTP listeners in one Go process with shared memory, so it cannot establish AWS infrastructure resilience. Keep Free plan, develop locally and pause compute after rehearsals. Retained disks and storage still use credits. Source: infra/demo; docs/demo-runbook.md; docs/faculty-pitch.md.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Eight-minute flow. Use separate faculty and student browser sessions. Begin with both nodes deep-healthy and A active; use a new synthetic student for each full attempt. During an AWS rehearsal resume with make demo-resume before opening the cockpit, and pause afterwards. Local Stop closes one HTTP server inside a shared Go process; AWS Stop stops a real EC2 instance. Keep the original deadline visible. Arm Lost response on the active backend, submit, show the exact receipt reference and commit time, then inspect the saved evidence or canonical records to prove count one. Unsafe standby + active capability failure must suppress promotion. Reset and verify the baseline between faults. Sources: docs/demo-runbook.md; docs/faculty-pitch.md.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Summarize only supported claims. Application-instance recovery requires regional DynamoDB, router and control services to remain available. The deployed placement spans two AZs, but the recorded test stops one EC2 instance and does not prove complete AZ or Region recovery. The cloud stale-writer proof rejects a registration with no email index; separate local exam regressions prove saved answers/version stay unchanged under stale writer operations. This distinction matters if asked for proof. Verification includes Go race checks, 108 frontend tests from the implementation pass, focused receipt/cockpit additions, typechecking/lint, production build, and Terraform validation. Sources: docs/implementation-review.md; docs/evidence/cloud-stale-writer.json; internal/store/coverage_memory_test.go.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9eea0f5064433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80d2b5af7f8411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6817d88accc432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edd52238d584b8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d1adf406fd1496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f18e6f19d8040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F7B96D-2F07-4670-9090-1BBBEE8B263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B5EF1AC-3258-4408-96C6-99708AA98B9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48FDE62-6627-4D7C-8B1F-2ECD2E65AC8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BDA39F-A437-4033-86A6-C4F3361E82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24249C3-FE9C-47FF-A01E-A7C2C9F7D3C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FBEAB24-C694-4D2D-8B3D-248FAC9EC3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33E39C-352E-493F-A9EA-B059C207F1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CAF2FDE-C987-4864-8D23-31F38A1720E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2E1BA5-E3CA-4B5D-9B2A-49525E87DB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09DA970-D531-4063-973F-8E86059C839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dfdf99a77d429c" /><Relationship Type="http://schemas.openxmlformats.org/officeDocument/2006/relationships/slideLayout" Target="/ppt/slideLayouts/slideLayout1.xml" Id="R74df8cf0c3bb47e8" /><Relationship Type="http://schemas.openxmlformats.org/officeDocument/2006/relationships/slideLayout" Target="/ppt/slideLayouts/slideLayout2.xml" Id="Ra87f6df8cbe3405d" /><Relationship Type="http://schemas.openxmlformats.org/officeDocument/2006/relationships/slideLayout" Target="/ppt/slideLayouts/slideLayout3.xml" Id="R564c1e1a06844d8f" /><Relationship Type="http://schemas.openxmlformats.org/officeDocument/2006/relationships/slideLayout" Target="/ppt/slideLayouts/slideLayout4.xml" Id="R3f66bb5249ca4291" /><Relationship Type="http://schemas.openxmlformats.org/officeDocument/2006/relationships/slideLayout" Target="/ppt/slideLayouts/slideLayout5.xml" Id="R708954e9879743bb" /><Relationship Type="http://schemas.openxmlformats.org/officeDocument/2006/relationships/slideLayout" Target="/ppt/slideLayouts/slideLayout6.xml" Id="Rac1e2fe3366b43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df8cf0c3bb47e8"/>
    <p:sldLayoutId xmlns:r="http://schemas.openxmlformats.org/officeDocument/2006/relationships" id="2147483650" r:id="Ra87f6df8cbe3405d"/>
    <p:sldLayoutId xmlns:r="http://schemas.openxmlformats.org/officeDocument/2006/relationships" id="2147483651" r:id="R564c1e1a06844d8f"/>
    <p:sldLayoutId xmlns:r="http://schemas.openxmlformats.org/officeDocument/2006/relationships" id="2147483652" r:id="R3f66bb5249ca4291"/>
    <p:sldLayoutId xmlns:r="http://schemas.openxmlformats.org/officeDocument/2006/relationships" id="2147483653" r:id="R708954e9879743bb"/>
    <p:sldLayoutId xmlns:r="http://schemas.openxmlformats.org/officeDocument/2006/relationships" id="2147483654" r:id="Rac1e2fe3366b43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c1b4c4579ad4655" /><Relationship Type="http://schemas.openxmlformats.org/officeDocument/2006/relationships/notesSlide" Target="/ppt/notesSlides/notesSlide1.xml" Id="Rac38039e7e1b41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0473c1a056947ad" /><Relationship Type="http://schemas.openxmlformats.org/officeDocument/2006/relationships/image" Target="/ppt/media/image.jpeg" Id="R00298ee846d145d0" /><Relationship Type="http://schemas.openxmlformats.org/officeDocument/2006/relationships/notesSlide" Target="/ppt/notesSlides/notesSlide2.xml" Id="Ra1612bbdf3184a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4048e582285411e" /><Relationship Type="http://schemas.openxmlformats.org/officeDocument/2006/relationships/notesSlide" Target="/ppt/notesSlides/notesSlide3.xml" Id="Rad6087bcf9c34f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35c197e07624148" /><Relationship Type="http://schemas.openxmlformats.org/officeDocument/2006/relationships/notesSlide" Target="/ppt/notesSlides/notesSlide4.xml" Id="R747f40a0a27141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46c6c70831444b7" /><Relationship Type="http://schemas.openxmlformats.org/officeDocument/2006/relationships/notesSlide" Target="/ppt/notesSlides/notesSlide5.xml" Id="R2b9ae3293e9944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ca5d584355c455e" /><Relationship Type="http://schemas.openxmlformats.org/officeDocument/2006/relationships/image" Target="/ppt/media/image2.jpeg" Id="R09fb977d1c2d4d3f" /><Relationship Type="http://schemas.openxmlformats.org/officeDocument/2006/relationships/notesSlide" Target="/ppt/notesSlides/notesSlide6.xml" Id="R78b02fb2731b4a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2edca2c78594b28" /><Relationship Type="http://schemas.openxmlformats.org/officeDocument/2006/relationships/notesSlide" Target="/ppt/notesSlides/notesSlide7.xml" Id="R650df610db0a442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f1b7ffa83a145c3" /><Relationship Type="http://schemas.openxmlformats.org/officeDocument/2006/relationships/notesSlide" Target="/ppt/notesSlides/notesSlide8.xml" Id="R4837b8bd207d49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fb4b8f2e55048a2" /><Relationship Type="http://schemas.openxmlformats.org/officeDocument/2006/relationships/notesSlide" Target="/ppt/notesSlides/notesSlide9.xml" Id="Rad9687a4cf58456d" /></Relationships>
</file>

<file path=ppt/slides/slide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8EDA126-11BA-4428-8E74-18E0999CA409}"/>
              </a:ext>
            </a:extLst>
          </p:cNvPr>
          <p:cNvSpPr>
            <a:spLocks xmlns:a="http://schemas.openxmlformats.org/drawingml/2006/main" noGrp="1"/>
          </p:cNvSpPr>
          <p:nvPr/>
        </p:nvSpPr>
        <p:spPr>
          <a:xfrm xmlns:a="http://schemas.openxmlformats.org/drawingml/2006/main">
            <a:off x="10801350" y="6429375"/>
            <a:ext cx="714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CBD5E1"/>
                </a:solidFill>
                <a:latin typeface="Noto Sans"/>
                <a:ea typeface="Noto Sans"/>
                <a:cs typeface="Noto Sans"/>
              </a:defRPr>
            </a:defPPr>
          </a:lstStyle>
          <a:p xmlns:a="http://schemas.openxmlformats.org/drawingml/2006/main">
            <a:pPr>
              <a:defRPr sz="1275" b="0">
                <a:solidFill>
                  <a:srgbClr val="CBD5E1"/>
                </a:solidFill>
                <a:latin typeface="Noto Sans"/>
                <a:ea typeface="Noto Sans"/>
                <a:cs typeface="Noto Sans"/>
              </a:defRPr>
            </a:pPr>
            <a:r>
              <a:rPr sz="1275" b="0">
                <a:solidFill>
                  <a:srgbClr val="CBD5E1"/>
                </a:solidFill>
                <a:latin typeface="Noto Sans"/>
                <a:ea typeface="Noto Sans"/>
                <a:cs typeface="Noto Sans"/>
              </a:rPr>
              <a:t>1 / 9</a:t>
            </a:r>
          </a:p>
        </p:txBody>
      </p:sp>
      <p:sp>
        <p:nvSpPr>
          <p:cNvPr id="2" name="">
            <a:extLst xmlns:a="http://schemas.openxmlformats.org/drawingml/2006/main">
              <a:ext uri="{FF2B5EF4-FFF2-40B4-BE49-F238E27FC236}">
                <a16:creationId xmlns:a16="http://schemas.microsoft.com/office/drawing/2014/main" id="{80BD5018-FD5E-4568-88F6-D434D36C7260}"/>
              </a:ext>
            </a:extLst>
          </p:cNvPr>
          <p:cNvSpPr>
            <a:spLocks xmlns:a="http://schemas.openxmlformats.org/drawingml/2006/main" noGrp="1"/>
          </p:cNvSpPr>
          <p:nvPr/>
        </p:nvSpPr>
        <p:spPr>
          <a:xfrm xmlns:a="http://schemas.openxmlformats.org/drawingml/2006/main">
            <a:off x="685800" y="1562100"/>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600" b="1">
                <a:solidFill>
                  <a:srgbClr val="FFFFFF"/>
                </a:solidFill>
                <a:latin typeface="Noto Sans"/>
                <a:ea typeface="Noto Sans"/>
                <a:cs typeface="Noto Sans"/>
              </a:defRPr>
            </a:defPPr>
          </a:lstStyle>
          <a:p xmlns:a="http://schemas.openxmlformats.org/drawingml/2006/main">
            <a:pPr>
              <a:defRPr sz="6600" b="1">
                <a:solidFill>
                  <a:srgbClr val="FFFFFF"/>
                </a:solidFill>
                <a:latin typeface="Noto Sans"/>
                <a:ea typeface="Noto Sans"/>
                <a:cs typeface="Noto Sans"/>
              </a:defRPr>
            </a:pPr>
            <a:r>
              <a:rPr sz="6600" b="1">
                <a:solidFill>
                  <a:srgbClr val="FFFFFF"/>
                </a:solidFill>
                <a:latin typeface="Noto Sans"/>
                <a:ea typeface="Noto Sans"/>
                <a:cs typeface="Noto Sans"/>
              </a:rPr>
              <a:t>Continuum</a:t>
            </a:r>
          </a:p>
        </p:txBody>
      </p:sp>
      <p:sp>
        <p:nvSpPr>
          <p:cNvPr id="3" name="">
            <a:extLst xmlns:a="http://schemas.openxmlformats.org/drawingml/2006/main">
              <a:ext uri="{FF2B5EF4-FFF2-40B4-BE49-F238E27FC236}">
                <a16:creationId xmlns:a16="http://schemas.microsoft.com/office/drawing/2014/main" id="{0C73EC3A-F2AE-4F4A-B685-76B0757C9553}"/>
              </a:ext>
            </a:extLst>
          </p:cNvPr>
          <p:cNvSpPr>
            <a:spLocks xmlns:a="http://schemas.openxmlformats.org/drawingml/2006/main" noGrp="1"/>
          </p:cNvSpPr>
          <p:nvPr/>
        </p:nvSpPr>
        <p:spPr>
          <a:xfrm xmlns:a="http://schemas.openxmlformats.org/drawingml/2006/main">
            <a:off x="723900" y="2809875"/>
            <a:ext cx="98107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0">
                <a:solidFill>
                  <a:srgbClr val="E2E8F0"/>
                </a:solidFill>
                <a:latin typeface="Noto Sans"/>
                <a:ea typeface="Noto Sans"/>
                <a:cs typeface="Noto Sans"/>
              </a:defRPr>
            </a:defPPr>
          </a:lstStyle>
          <a:p xmlns:a="http://schemas.openxmlformats.org/drawingml/2006/main">
            <a:pPr>
              <a:defRPr sz="3450" b="0">
                <a:solidFill>
                  <a:srgbClr val="E2E8F0"/>
                </a:solidFill>
                <a:latin typeface="Noto Sans"/>
                <a:ea typeface="Noto Sans"/>
                <a:cs typeface="Noto Sans"/>
              </a:defRPr>
            </a:pPr>
            <a:r>
              <a:rPr sz="3450" b="0">
                <a:solidFill>
                  <a:srgbClr val="E2E8F0"/>
                </a:solidFill>
                <a:latin typeface="Noto Sans"/>
                <a:ea typeface="Noto Sans"/>
                <a:cs typeface="Noto Sans"/>
              </a:rPr>
              <a:t>Verified recovery for timed</a:t>
            </a:r>
          </a:p>
          <a:p xmlns:a="http://schemas.openxmlformats.org/drawingml/2006/main">
            <a:pPr>
              <a:defRPr sz="3450" b="0">
                <a:solidFill>
                  <a:srgbClr val="E2E8F0"/>
                </a:solidFill>
                <a:latin typeface="Noto Sans"/>
                <a:ea typeface="Noto Sans"/>
                <a:cs typeface="Noto Sans"/>
              </a:defRPr>
            </a:pPr>
            <a:r>
              <a:rPr sz="3450" b="0">
                <a:solidFill>
                  <a:srgbClr val="E2E8F0"/>
                </a:solidFill>
                <a:latin typeface="Noto Sans"/>
                <a:ea typeface="Noto Sans"/>
                <a:cs typeface="Noto Sans"/>
              </a:rPr>
              <a:t>academic assessments</a:t>
            </a:r>
          </a:p>
        </p:txBody>
      </p:sp>
      <p:sp>
        <p:nvSpPr>
          <p:cNvPr id="4" name="">
            <a:extLst xmlns:a="http://schemas.openxmlformats.org/drawingml/2006/main">
              <a:ext uri="{FF2B5EF4-FFF2-40B4-BE49-F238E27FC236}">
                <a16:creationId xmlns:a16="http://schemas.microsoft.com/office/drawing/2014/main" id="{FCE153F7-901E-4EFD-9EE7-DC1C8F410CB5}"/>
              </a:ext>
            </a:extLst>
          </p:cNvPr>
          <p:cNvSpPr>
            <a:spLocks xmlns:a="http://schemas.openxmlformats.org/drawingml/2006/main" noGrp="1"/>
          </p:cNvSpPr>
          <p:nvPr/>
        </p:nvSpPr>
        <p:spPr>
          <a:xfrm xmlns:a="http://schemas.openxmlformats.org/drawingml/2006/main">
            <a:off x="723900" y="50863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Noto Sans"/>
                <a:ea typeface="Noto Sans"/>
                <a:cs typeface="Noto Sans"/>
              </a:defRPr>
            </a:defPPr>
          </a:lstStyle>
          <a:p xmlns:a="http://schemas.openxmlformats.org/drawingml/2006/main">
            <a:pPr>
              <a:defRPr sz="2100" b="0">
                <a:solidFill>
                  <a:srgbClr val="FFFFFF"/>
                </a:solidFill>
                <a:latin typeface="Noto Sans"/>
                <a:ea typeface="Noto Sans"/>
                <a:cs typeface="Noto Sans"/>
              </a:defRPr>
            </a:pPr>
            <a:r>
              <a:rPr sz="2100" b="0">
                <a:solidFill>
                  <a:srgbClr val="FFFFFF"/>
                </a:solidFill>
                <a:latin typeface="Noto Sans"/>
                <a:ea typeface="Noto Sans"/>
                <a:cs typeface="Noto Sans"/>
              </a:rPr>
              <a:t>Ayush · 24BIT0394</a:t>
            </a:r>
          </a:p>
        </p:txBody>
      </p:sp>
      <p:sp>
        <p:nvSpPr>
          <p:cNvPr id="5" name="">
            <a:extLst xmlns:a="http://schemas.openxmlformats.org/drawingml/2006/main">
              <a:ext uri="{FF2B5EF4-FFF2-40B4-BE49-F238E27FC236}">
                <a16:creationId xmlns:a16="http://schemas.microsoft.com/office/drawing/2014/main" id="{BAA89BDD-32E9-4C97-B7A3-0AEE093D729E}"/>
              </a:ext>
            </a:extLst>
          </p:cNvPr>
          <p:cNvSpPr>
            <a:spLocks xmlns:a="http://schemas.openxmlformats.org/drawingml/2006/main" noGrp="1"/>
          </p:cNvSpPr>
          <p:nvPr/>
        </p:nvSpPr>
        <p:spPr>
          <a:xfrm xmlns:a="http://schemas.openxmlformats.org/drawingml/2006/main">
            <a:off x="723900" y="56959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CBD5E1"/>
                </a:solidFill>
                <a:latin typeface="Noto Sans"/>
                <a:ea typeface="Noto Sans"/>
                <a:cs typeface="Noto Sans"/>
              </a:defRPr>
            </a:defPPr>
          </a:lstStyle>
          <a:p xmlns:a="http://schemas.openxmlformats.org/drawingml/2006/main">
            <a:pPr>
              <a:defRPr sz="1650" b="0">
                <a:solidFill>
                  <a:srgbClr val="CBD5E1"/>
                </a:solidFill>
                <a:latin typeface="Noto Sans"/>
                <a:ea typeface="Noto Sans"/>
                <a:cs typeface="Noto Sans"/>
              </a:defRPr>
            </a:pPr>
            <a:r>
              <a:rPr sz="1650" b="0">
                <a:solidFill>
                  <a:srgbClr val="CBD5E1"/>
                </a:solidFill>
                <a:latin typeface="Noto Sans"/>
                <a:ea typeface="Noto Sans"/>
                <a:cs typeface="Noto Sans"/>
              </a:rPr>
              <a:t>BCSE355L · Cloud Architecture Design · Fall 2026–2027</a:t>
            </a:r>
          </a:p>
        </p:txBody>
      </p:sp>
    </p:spTree>
    <p:extLst>
      <p:ext uri="{BB962C8B-B14F-4D97-AF65-F5344CB8AC3E}">
        <p14:creationId xmlns:p14="http://schemas.microsoft.com/office/powerpoint/2010/main" val="65041268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699BEA-1821-4F0A-BB26-E62DA6B3F29F}"/>
              </a:ext>
            </a:extLst>
          </p:cNvPr>
          <p:cNvSpPr>
            <a:spLocks xmlns:a="http://schemas.openxmlformats.org/drawingml/2006/main" noGrp="1"/>
          </p:cNvSpPr>
          <p:nvPr/>
        </p:nvSpPr>
        <p:spPr>
          <a:xfrm xmlns:a="http://schemas.openxmlformats.org/drawingml/2006/main">
            <a:off x="685800" y="4762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F172A"/>
                </a:solidFill>
                <a:latin typeface="Noto Sans"/>
                <a:ea typeface="Noto Sans"/>
                <a:cs typeface="Noto Sans"/>
              </a:defRPr>
            </a:defPPr>
          </a:lstStyle>
          <a:p xmlns:a="http://schemas.openxmlformats.org/drawingml/2006/main">
            <a:pPr>
              <a:defRPr sz="3300" b="1">
                <a:solidFill>
                  <a:srgbClr val="0F172A"/>
                </a:solidFill>
                <a:latin typeface="Noto Sans"/>
                <a:ea typeface="Noto Sans"/>
                <a:cs typeface="Noto Sans"/>
              </a:defRPr>
            </a:pPr>
            <a:r>
              <a:rPr sz="3300" b="1">
                <a:solidFill>
                  <a:srgbClr val="0F172A"/>
                </a:solidFill>
                <a:latin typeface="Noto Sans"/>
                <a:ea typeface="Noto Sans"/>
                <a:cs typeface="Noto Sans"/>
              </a:rPr>
              <a:t>The last minutes of an exam</a:t>
            </a:r>
          </a:p>
        </p:txBody>
      </p:sp>
      <p:sp>
        <p:nvSpPr>
          <p:cNvPr id="2" name="">
            <a:extLst xmlns:a="http://schemas.openxmlformats.org/drawingml/2006/main">
              <a:ext uri="{FF2B5EF4-FFF2-40B4-BE49-F238E27FC236}">
                <a16:creationId xmlns:a16="http://schemas.microsoft.com/office/drawing/2014/main" id="{5E0C875B-F819-4231-A95F-7294CA1DD056}"/>
              </a:ext>
            </a:extLst>
          </p:cNvPr>
          <p:cNvSpPr>
            <a:spLocks xmlns:a="http://schemas.openxmlformats.org/drawingml/2006/main" noGrp="1"/>
          </p:cNvSpPr>
          <p:nvPr/>
        </p:nvSpPr>
        <p:spPr>
          <a:xfrm xmlns:a="http://schemas.openxmlformats.org/drawingml/2006/main">
            <a:off x="10801350" y="6429375"/>
            <a:ext cx="714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475569"/>
                </a:solidFill>
                <a:latin typeface="Noto Sans"/>
                <a:ea typeface="Noto Sans"/>
                <a:cs typeface="Noto Sans"/>
              </a:defRPr>
            </a:defPPr>
          </a:lstStyle>
          <a:p xmlns:a="http://schemas.openxmlformats.org/drawingml/2006/main">
            <a:pPr>
              <a:defRPr sz="1275" b="0">
                <a:solidFill>
                  <a:srgbClr val="475569"/>
                </a:solidFill>
                <a:latin typeface="Noto Sans"/>
                <a:ea typeface="Noto Sans"/>
                <a:cs typeface="Noto Sans"/>
              </a:defRPr>
            </a:pPr>
            <a:r>
              <a:rPr sz="1275" b="0">
                <a:solidFill>
                  <a:srgbClr val="475569"/>
                </a:solidFill>
                <a:latin typeface="Noto Sans"/>
                <a:ea typeface="Noto Sans"/>
                <a:cs typeface="Noto Sans"/>
              </a:rPr>
              <a:t>2 / 9</a:t>
            </a:r>
          </a:p>
        </p:txBody>
      </p:sp>
      <p:pic>
        <p:nvPicPr>
          <p:cNvPr id="3" name="">
            <a:extLst xmlns:a="http://schemas.openxmlformats.org/drawingml/2006/main">
              <a:ext uri="{FF2B5EF4-FFF2-40B4-BE49-F238E27FC236}">
                <a16:creationId xmlns:a16="http://schemas.microsoft.com/office/drawing/2014/main" id="{CC299F7F-ACE3-477D-AD1B-3C97935AEBBF}"/>
              </a:ext>
            </a:extLst>
          </p:cNvPr>
          <p:cNvPicPr>
            <a:picLocks xmlns:a="http://schemas.openxmlformats.org/drawingml/2006/main" noChangeAspect="1"/>
          </p:cNvPicPr>
          <p:nvPr/>
        </p:nvPicPr>
        <p:blipFill>
          <a:blip xmlns:r="http://schemas.openxmlformats.org/officeDocument/2006/relationships" xmlns:a="http://schemas.openxmlformats.org/drawingml/2006/main" r:embed="R00298ee846d145d0"/>
          <a:stretch xmlns:a="http://schemas.openxmlformats.org/drawingml/2006/main"/>
        </p:blipFill>
        <p:spPr>
          <a:xfrm xmlns:a="http://schemas.openxmlformats.org/drawingml/2006/main">
            <a:off x="685800" y="1438275"/>
            <a:ext cx="8382000" cy="4714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F6EAF9A-B0A1-4138-9357-711CF1927FE7}"/>
              </a:ext>
            </a:extLst>
          </p:cNvPr>
          <p:cNvSpPr>
            <a:spLocks xmlns:a="http://schemas.openxmlformats.org/drawingml/2006/main" noGrp="1"/>
          </p:cNvSpPr>
          <p:nvPr/>
        </p:nvSpPr>
        <p:spPr>
          <a:xfrm xmlns:a="http://schemas.openxmlformats.org/drawingml/2006/main">
            <a:off x="9353550" y="1638300"/>
            <a:ext cx="2190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563EB"/>
                </a:solidFill>
                <a:latin typeface="Noto Sans"/>
                <a:ea typeface="Noto Sans"/>
                <a:cs typeface="Noto Sans"/>
              </a:defRPr>
            </a:defPPr>
          </a:lstStyle>
          <a:p xmlns:a="http://schemas.openxmlformats.org/drawingml/2006/main">
            <a:pPr>
              <a:defRPr sz="2250" b="1">
                <a:solidFill>
                  <a:srgbClr val="2563EB"/>
                </a:solidFill>
                <a:latin typeface="Noto Sans"/>
                <a:ea typeface="Noto Sans"/>
                <a:cs typeface="Noto Sans"/>
              </a:defRPr>
            </a:pPr>
            <a:r>
              <a:rPr sz="2250" b="1">
                <a:solidFill>
                  <a:srgbClr val="2563EB"/>
                </a:solidFill>
                <a:latin typeface="Noto Sans"/>
                <a:ea typeface="Noto Sans"/>
                <a:cs typeface="Noto Sans"/>
              </a:rPr>
              <a:t>15-minute</a:t>
            </a:r>
          </a:p>
          <a:p xmlns:a="http://schemas.openxmlformats.org/drawingml/2006/main">
            <a:pPr>
              <a:defRPr sz="2250" b="1">
                <a:solidFill>
                  <a:srgbClr val="2563EB"/>
                </a:solidFill>
                <a:latin typeface="Noto Sans"/>
                <a:ea typeface="Noto Sans"/>
                <a:cs typeface="Noto Sans"/>
              </a:defRPr>
            </a:pPr>
            <a:r>
              <a:rPr sz="2250" b="1">
                <a:solidFill>
                  <a:srgbClr val="2563EB"/>
                </a:solidFill>
                <a:latin typeface="Noto Sans"/>
                <a:ea typeface="Noto Sans"/>
                <a:cs typeface="Noto Sans"/>
              </a:rPr>
              <a:t>server deadline</a:t>
            </a:r>
          </a:p>
        </p:txBody>
      </p:sp>
      <p:sp>
        <p:nvSpPr>
          <p:cNvPr id="5" name="">
            <a:extLst xmlns:a="http://schemas.openxmlformats.org/drawingml/2006/main">
              <a:ext uri="{FF2B5EF4-FFF2-40B4-BE49-F238E27FC236}">
                <a16:creationId xmlns:a16="http://schemas.microsoft.com/office/drawing/2014/main" id="{A0B2EF85-67EF-4DCB-8A13-2D058A60D6EC}"/>
              </a:ext>
            </a:extLst>
          </p:cNvPr>
          <p:cNvSpPr>
            <a:spLocks xmlns:a="http://schemas.openxmlformats.org/drawingml/2006/main" noGrp="1"/>
          </p:cNvSpPr>
          <p:nvPr/>
        </p:nvSpPr>
        <p:spPr>
          <a:xfrm xmlns:a="http://schemas.openxmlformats.org/drawingml/2006/main">
            <a:off x="9353550" y="2781300"/>
            <a:ext cx="2190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0F172A"/>
                </a:solidFill>
                <a:latin typeface="Noto Sans"/>
                <a:ea typeface="Noto Sans"/>
                <a:cs typeface="Noto Sans"/>
              </a:defRPr>
            </a:defPPr>
          </a:lstStyle>
          <a:p xmlns:a="http://schemas.openxmlformats.org/drawingml/2006/main">
            <a:pPr>
              <a:defRPr sz="1950" b="0">
                <a:solidFill>
                  <a:srgbClr val="0F172A"/>
                </a:solidFill>
                <a:latin typeface="Noto Sans"/>
                <a:ea typeface="Noto Sans"/>
                <a:cs typeface="Noto Sans"/>
              </a:defRPr>
            </a:pPr>
            <a:r>
              <a:rPr sz="1950" b="0">
                <a:solidFill>
                  <a:srgbClr val="0F172A"/>
                </a:solidFill>
                <a:latin typeface="Noto Sans"/>
                <a:ea typeface="Noto Sans"/>
                <a:cs typeface="Noto Sans"/>
              </a:rPr>
              <a:t>The same attempt</a:t>
            </a:r>
          </a:p>
          <a:p xmlns:a="http://schemas.openxmlformats.org/drawingml/2006/main">
            <a:pPr>
              <a:defRPr sz="1950" b="0">
                <a:solidFill>
                  <a:srgbClr val="0F172A"/>
                </a:solidFill>
                <a:latin typeface="Noto Sans"/>
                <a:ea typeface="Noto Sans"/>
                <a:cs typeface="Noto Sans"/>
              </a:defRPr>
            </a:pPr>
            <a:r>
              <a:rPr sz="1950" b="0">
                <a:solidFill>
                  <a:srgbClr val="0F172A"/>
                </a:solidFill>
                <a:latin typeface="Noto Sans"/>
                <a:ea typeface="Noto Sans"/>
                <a:cs typeface="Noto Sans"/>
              </a:rPr>
              <a:t>continues through</a:t>
            </a:r>
          </a:p>
          <a:p xmlns:a="http://schemas.openxmlformats.org/drawingml/2006/main">
            <a:pPr>
              <a:defRPr sz="1950" b="0">
                <a:solidFill>
                  <a:srgbClr val="0F172A"/>
                </a:solidFill>
                <a:latin typeface="Noto Sans"/>
                <a:ea typeface="Noto Sans"/>
                <a:cs typeface="Noto Sans"/>
              </a:defRPr>
            </a:pPr>
            <a:r>
              <a:rPr sz="1950" b="0">
                <a:solidFill>
                  <a:srgbClr val="0F172A"/>
                </a:solidFill>
                <a:latin typeface="Noto Sans"/>
                <a:ea typeface="Noto Sans"/>
                <a:cs typeface="Noto Sans"/>
              </a:rPr>
              <a:t>backend recovery.</a:t>
            </a:r>
          </a:p>
        </p:txBody>
      </p:sp>
      <p:sp>
        <p:nvSpPr>
          <p:cNvPr id="6" name="">
            <a:extLst xmlns:a="http://schemas.openxmlformats.org/drawingml/2006/main">
              <a:ext uri="{FF2B5EF4-FFF2-40B4-BE49-F238E27FC236}">
                <a16:creationId xmlns:a16="http://schemas.microsoft.com/office/drawing/2014/main" id="{2FF19B2A-421A-436E-A803-CACEE74957B3}"/>
              </a:ext>
            </a:extLst>
          </p:cNvPr>
          <p:cNvSpPr>
            <a:spLocks xmlns:a="http://schemas.openxmlformats.org/drawingml/2006/main" noGrp="1"/>
          </p:cNvSpPr>
          <p:nvPr/>
        </p:nvSpPr>
        <p:spPr>
          <a:xfrm xmlns:a="http://schemas.openxmlformats.org/drawingml/2006/main">
            <a:off x="9353550" y="4514850"/>
            <a:ext cx="2190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475569"/>
                </a:solidFill>
                <a:latin typeface="Noto Sans"/>
                <a:ea typeface="Noto Sans"/>
                <a:cs typeface="Noto Sans"/>
              </a:defRPr>
            </a:defPPr>
          </a:lstStyle>
          <a:p xmlns:a="http://schemas.openxmlformats.org/drawingml/2006/main">
            <a:pPr>
              <a:defRPr sz="1950" b="0">
                <a:solidFill>
                  <a:srgbClr val="475569"/>
                </a:solidFill>
                <a:latin typeface="Noto Sans"/>
                <a:ea typeface="Noto Sans"/>
                <a:cs typeface="Noto Sans"/>
              </a:defRPr>
            </a:pPr>
            <a:r>
              <a:rPr sz="1950" b="0">
                <a:solidFill>
                  <a:srgbClr val="475569"/>
                </a:solidFill>
                <a:latin typeface="Noto Sans"/>
                <a:ea typeface="Noto Sans"/>
                <a:cs typeface="Noto Sans"/>
              </a:rPr>
              <a:t>Buffered answers</a:t>
            </a:r>
          </a:p>
          <a:p xmlns:a="http://schemas.openxmlformats.org/drawingml/2006/main">
            <a:pPr>
              <a:defRPr sz="1950" b="0">
                <a:solidFill>
                  <a:srgbClr val="475569"/>
                </a:solidFill>
                <a:latin typeface="Noto Sans"/>
                <a:ea typeface="Noto Sans"/>
                <a:cs typeface="Noto Sans"/>
              </a:defRPr>
            </a:pPr>
            <a:r>
              <a:rPr sz="1950" b="0">
                <a:solidFill>
                  <a:srgbClr val="475569"/>
                </a:solidFill>
                <a:latin typeface="Noto Sans"/>
                <a:ea typeface="Noto Sans"/>
                <a:cs typeface="Noto Sans"/>
              </a:rPr>
              <a:t>are separate from</a:t>
            </a:r>
          </a:p>
          <a:p xmlns:a="http://schemas.openxmlformats.org/drawingml/2006/main">
            <a:pPr>
              <a:defRPr sz="1950" b="0">
                <a:solidFill>
                  <a:srgbClr val="475569"/>
                </a:solidFill>
                <a:latin typeface="Noto Sans"/>
                <a:ea typeface="Noto Sans"/>
                <a:cs typeface="Noto Sans"/>
              </a:defRPr>
            </a:pPr>
            <a:r>
              <a:rPr sz="1950" b="0">
                <a:solidFill>
                  <a:srgbClr val="475569"/>
                </a:solidFill>
                <a:latin typeface="Noto Sans"/>
                <a:ea typeface="Noto Sans"/>
                <a:cs typeface="Noto Sans"/>
              </a:rPr>
              <a:t>a server receipt.</a:t>
            </a:r>
          </a:p>
        </p:txBody>
      </p:sp>
      <p:sp>
        <p:nvSpPr>
          <p:cNvPr id="7" name="">
            <a:extLst xmlns:a="http://schemas.openxmlformats.org/drawingml/2006/main">
              <a:ext uri="{FF2B5EF4-FFF2-40B4-BE49-F238E27FC236}">
                <a16:creationId xmlns:a16="http://schemas.microsoft.com/office/drawing/2014/main" id="{F70C7972-A140-479B-BCAA-A7DC655C0E69}"/>
              </a:ext>
            </a:extLst>
          </p:cNvPr>
          <p:cNvSpPr>
            <a:spLocks xmlns:a="http://schemas.openxmlformats.org/drawingml/2006/main" noGrp="1"/>
          </p:cNvSpPr>
          <p:nvPr/>
        </p:nvSpPr>
        <p:spPr>
          <a:xfrm xmlns:a="http://schemas.openxmlformats.org/drawingml/2006/main">
            <a:off x="685800" y="619125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75569"/>
                </a:solidFill>
                <a:latin typeface="Noto Sans"/>
                <a:ea typeface="Noto Sans"/>
                <a:cs typeface="Noto Sans"/>
              </a:defRPr>
            </a:defPPr>
          </a:lstStyle>
          <a:p xmlns:a="http://schemas.openxmlformats.org/drawingml/2006/main">
            <a:pPr>
              <a:defRPr sz="1350" b="0">
                <a:solidFill>
                  <a:srgbClr val="475569"/>
                </a:solidFill>
                <a:latin typeface="Noto Sans"/>
                <a:ea typeface="Noto Sans"/>
                <a:cs typeface="Noto Sans"/>
              </a:defRPr>
            </a:pPr>
            <a:r>
              <a:rPr sz="1350" b="0">
                <a:solidFill>
                  <a:srgbClr val="475569"/>
                </a:solidFill>
                <a:latin typeface="Noto Sans"/>
                <a:ea typeface="Noto Sans"/>
                <a:cs typeface="Noto Sans"/>
              </a:rPr>
              <a:t>Local rehearsal</a:t>
            </a:r>
          </a:p>
        </p:txBody>
      </p:sp>
    </p:spTree>
    <p:extLst>
      <p:ext uri="{BB962C8B-B14F-4D97-AF65-F5344CB8AC3E}">
        <p14:creationId xmlns:p14="http://schemas.microsoft.com/office/powerpoint/2010/main" val="57641241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B078E5-664A-48E6-A649-AD3D989A5061}"/>
              </a:ext>
            </a:extLst>
          </p:cNvPr>
          <p:cNvSpPr>
            <a:spLocks xmlns:a="http://schemas.openxmlformats.org/drawingml/2006/main" noGrp="1"/>
          </p:cNvSpPr>
          <p:nvPr/>
        </p:nvSpPr>
        <p:spPr>
          <a:xfrm xmlns:a="http://schemas.openxmlformats.org/drawingml/2006/main">
            <a:off x="685800" y="4762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F172A"/>
                </a:solidFill>
                <a:latin typeface="Noto Sans"/>
                <a:ea typeface="Noto Sans"/>
                <a:cs typeface="Noto Sans"/>
              </a:defRPr>
            </a:defPPr>
          </a:lstStyle>
          <a:p xmlns:a="http://schemas.openxmlformats.org/drawingml/2006/main">
            <a:pPr>
              <a:defRPr sz="3300" b="1">
                <a:solidFill>
                  <a:srgbClr val="0F172A"/>
                </a:solidFill>
                <a:latin typeface="Noto Sans"/>
                <a:ea typeface="Noto Sans"/>
                <a:cs typeface="Noto Sans"/>
              </a:defRPr>
            </a:pPr>
            <a:r>
              <a:rPr sz="3300" b="1">
                <a:solidFill>
                  <a:srgbClr val="0F172A"/>
                </a:solidFill>
                <a:latin typeface="Noto Sans"/>
                <a:ea typeface="Noto Sans"/>
                <a:cs typeface="Noto Sans"/>
              </a:rPr>
              <a:t>Architecture in Sydney</a:t>
            </a:r>
          </a:p>
        </p:txBody>
      </p:sp>
      <p:sp>
        <p:nvSpPr>
          <p:cNvPr id="2" name="">
            <a:extLst xmlns:a="http://schemas.openxmlformats.org/drawingml/2006/main">
              <a:ext uri="{FF2B5EF4-FFF2-40B4-BE49-F238E27FC236}">
                <a16:creationId xmlns:a16="http://schemas.microsoft.com/office/drawing/2014/main" id="{98F166D2-7E6D-4B25-9A0F-62226A9D97A6}"/>
              </a:ext>
            </a:extLst>
          </p:cNvPr>
          <p:cNvSpPr>
            <a:spLocks xmlns:a="http://schemas.openxmlformats.org/drawingml/2006/main" noGrp="1"/>
          </p:cNvSpPr>
          <p:nvPr/>
        </p:nvSpPr>
        <p:spPr>
          <a:xfrm xmlns:a="http://schemas.openxmlformats.org/drawingml/2006/main">
            <a:off x="10801350" y="6429375"/>
            <a:ext cx="714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475569"/>
                </a:solidFill>
                <a:latin typeface="Noto Sans"/>
                <a:ea typeface="Noto Sans"/>
                <a:cs typeface="Noto Sans"/>
              </a:defRPr>
            </a:defPPr>
          </a:lstStyle>
          <a:p xmlns:a="http://schemas.openxmlformats.org/drawingml/2006/main">
            <a:pPr>
              <a:defRPr sz="1275" b="0">
                <a:solidFill>
                  <a:srgbClr val="475569"/>
                </a:solidFill>
                <a:latin typeface="Noto Sans"/>
                <a:ea typeface="Noto Sans"/>
                <a:cs typeface="Noto Sans"/>
              </a:defRPr>
            </a:pPr>
            <a:r>
              <a:rPr sz="1275" b="0">
                <a:solidFill>
                  <a:srgbClr val="475569"/>
                </a:solidFill>
                <a:latin typeface="Noto Sans"/>
                <a:ea typeface="Noto Sans"/>
                <a:cs typeface="Noto Sans"/>
              </a:rPr>
              <a:t>3 / 9</a:t>
            </a:r>
          </a:p>
        </p:txBody>
      </p:sp>
      <p:graphicFrame>
        <p:nvGraphicFramePr>
          <p:cNvPr id="3" name="">
            <a:extLst xmlns:a="http://schemas.openxmlformats.org/drawingml/2006/main">
              <a:ext uri="{FF2B5EF4-FFF2-40B4-BE49-F238E27FC236}">
                <a16:creationId xmlns:a16="http://schemas.microsoft.com/office/drawing/2014/main" id="{F1C4BF26-428F-4BCE-A37F-B4C63D9422A9}"/>
              </a:ext>
            </a:extLst>
          </p:cNvPr>
          <p:cNvGraphicFramePr/>
          <p:nvPr/>
        </p:nvGraphicFramePr>
        <p:xfrm>
          <a:off xmlns:a="http://schemas.openxmlformats.org/drawingml/2006/main" x="685800" y="1504950"/>
          <a:ext xmlns:a="http://schemas.openxmlformats.org/drawingml/2006/main" cx="10820400" cy="4191000"/>
        </p:xfrm>
        <a:graphic xmlns:a="http://schemas.openxmlformats.org/drawingml/2006/main">
          <a:graphicData uri="http://schemas.openxmlformats.org/drawingml/2006/table">
            <a:tbl>
              <a:tblPr/>
              <a:tblGrid>
                <a:gridCol w="2428875"/>
                <a:gridCol w="3952875"/>
                <a:gridCol w="4438650"/>
              </a:tblGrid>
              <a:tr h="838200">
                <a:tc>
                  <a:txBody>
                    <a:bodyPr/>
                    <a:lstStyle/>
                    <a:p>
                      <a:r>
                        <a:rPr sz="1800" b="1">
                          <a:solidFill>
                            <a:srgbClr val="FFFFFF"/>
                          </a:solidFill>
                          <a:latin typeface="Noto Sans"/>
                          <a:ea typeface="Noto Sans"/>
                          <a:cs typeface="Noto Sans"/>
                        </a:rPr>
                        <a:t>Layer</a:t>
                      </a:r>
                    </a:p>
                  </a:txBody>
                  <a:tcPr marL="171450" marR="171450" marT="133350" marB="133350" anchor="ctr">
                    <a:solidFill>
                      <a:srgbClr val="0F172A"/>
                    </a:solidFill>
                  </a:tcPr>
                </a:tc>
                <a:tc>
                  <a:txBody>
                    <a:bodyPr/>
                    <a:lstStyle/>
                    <a:p>
                      <a:r>
                        <a:rPr sz="1800" b="1">
                          <a:solidFill>
                            <a:srgbClr val="FFFFFF"/>
                          </a:solidFill>
                          <a:latin typeface="Noto Sans"/>
                          <a:ea typeface="Noto Sans"/>
                          <a:cs typeface="Noto Sans"/>
                        </a:rPr>
                        <a:t>AWS building blocks</a:t>
                      </a:r>
                    </a:p>
                  </a:txBody>
                  <a:tcPr marL="171450" marR="171450" marT="133350" marB="133350" anchor="ctr">
                    <a:solidFill>
                      <a:srgbClr val="0F172A"/>
                    </a:solidFill>
                  </a:tcPr>
                </a:tc>
                <a:tc>
                  <a:txBody>
                    <a:bodyPr/>
                    <a:lstStyle/>
                    <a:p>
                      <a:r>
                        <a:rPr sz="1800" b="1">
                          <a:solidFill>
                            <a:srgbClr val="FFFFFF"/>
                          </a:solidFill>
                          <a:latin typeface="Noto Sans"/>
                          <a:ea typeface="Noto Sans"/>
                          <a:cs typeface="Noto Sans"/>
                        </a:rPr>
                        <a:t>Continuum behavior</a:t>
                      </a:r>
                    </a:p>
                  </a:txBody>
                  <a:tcPr marL="171450" marR="171450" marT="133350" marB="133350" anchor="ctr">
                    <a:solidFill>
                      <a:srgbClr val="0F172A"/>
                    </a:solidFill>
                  </a:tcPr>
                </a:tc>
              </a:tr>
              <a:tr h="838200">
                <a:tc>
                  <a:txBody>
                    <a:bodyPr/>
                    <a:lstStyle/>
                    <a:p>
                      <a:r>
                        <a:rPr sz="1800">
                          <a:solidFill>
                            <a:srgbClr val="0F172A"/>
                          </a:solidFill>
                          <a:latin typeface="Noto Sans"/>
                          <a:ea typeface="Noto Sans"/>
                          <a:cs typeface="Noto Sans"/>
                        </a:rPr>
                        <a:t>Student access</a:t>
                      </a:r>
                    </a:p>
                  </a:txBody>
                  <a:tcPr marL="171450" marR="171450" marT="133350" marB="133350" anchor="ctr">
                    <a:solidFill>
                      <a:srgbClr val="FFFFFF"/>
                    </a:solidFill>
                  </a:tcPr>
                </a:tc>
                <a:tc>
                  <a:txBody>
                    <a:bodyPr/>
                    <a:lstStyle/>
                    <a:p>
                      <a:r>
                        <a:rPr sz="1800">
                          <a:solidFill>
                            <a:srgbClr val="0F172A"/>
                          </a:solidFill>
                          <a:latin typeface="Noto Sans"/>
                          <a:ea typeface="Noto Sans"/>
                          <a:cs typeface="Noto Sans"/>
                        </a:rPr>
                        <a:t>CloudFront / S3 + HTTP API</a:t>
                      </a:r>
                    </a:p>
                  </a:txBody>
                  <a:tcPr marL="171450" marR="171450" marT="133350" marB="133350" anchor="ctr">
                    <a:solidFill>
                      <a:srgbClr val="FFFFFF"/>
                    </a:solidFill>
                  </a:tcPr>
                </a:tc>
                <a:tc>
                  <a:txBody>
                    <a:bodyPr/>
                    <a:lstStyle/>
                    <a:p>
                      <a:r>
                        <a:rPr sz="1800">
                          <a:solidFill>
                            <a:srgbClr val="0F172A"/>
                          </a:solidFill>
                          <a:latin typeface="Noto Sans"/>
                          <a:ea typeface="Noto Sans"/>
                          <a:cs typeface="Noto Sans"/>
                        </a:rPr>
                        <a:t>Exam frontend and HTTPS requests</a:t>
                      </a:r>
                    </a:p>
                  </a:txBody>
                  <a:tcPr marL="171450" marR="171450" marT="133350" marB="133350" anchor="ctr">
                    <a:solidFill>
                      <a:srgbClr val="FFFFFF"/>
                    </a:solidFill>
                  </a:tcPr>
                </a:tc>
              </a:tr>
              <a:tr h="838200">
                <a:tc>
                  <a:txBody>
                    <a:bodyPr/>
                    <a:lstStyle/>
                    <a:p>
                      <a:r>
                        <a:rPr sz="1800">
                          <a:solidFill>
                            <a:srgbClr val="0F172A"/>
                          </a:solidFill>
                          <a:latin typeface="Noto Sans"/>
                          <a:ea typeface="Noto Sans"/>
                          <a:cs typeface="Noto Sans"/>
                        </a:rPr>
                        <a:t>Application route</a:t>
                      </a:r>
                    </a:p>
                  </a:txBody>
                  <a:tcPr marL="171450" marR="171450" marT="133350" marB="133350" anchor="ctr">
                    <a:solidFill>
                      <a:srgbClr val="F8FAFC"/>
                    </a:solidFill>
                  </a:tcPr>
                </a:tc>
                <a:tc>
                  <a:txBody>
                    <a:bodyPr/>
                    <a:lstStyle/>
                    <a:p>
                      <a:r>
                        <a:rPr sz="1800">
                          <a:solidFill>
                            <a:srgbClr val="0F172A"/>
                          </a:solidFill>
                          <a:latin typeface="Noto Sans"/>
                          <a:ea typeface="Noto Sans"/>
                          <a:cs typeface="Noto Sans"/>
                        </a:rPr>
                        <a:t>Router Lambda + EC2 A/B</a:t>
                      </a:r>
                    </a:p>
                  </a:txBody>
                  <a:tcPr marL="171450" marR="171450" marT="133350" marB="133350" anchor="ctr">
                    <a:solidFill>
                      <a:srgbClr val="F8FAFC"/>
                    </a:solidFill>
                  </a:tcPr>
                </a:tc>
                <a:tc>
                  <a:txBody>
                    <a:bodyPr/>
                    <a:lstStyle/>
                    <a:p>
                      <a:r>
                        <a:rPr sz="1800">
                          <a:solidFill>
                            <a:srgbClr val="0F172A"/>
                          </a:solidFill>
                          <a:latin typeface="Noto Sans"/>
                          <a:ea typeface="Noto Sans"/>
                          <a:cs typeface="Noto Sans"/>
                        </a:rPr>
                        <a:t>Authoritative active backend and epoch</a:t>
                      </a:r>
                    </a:p>
                  </a:txBody>
                  <a:tcPr marL="171450" marR="171450" marT="133350" marB="133350" anchor="ctr">
                    <a:solidFill>
                      <a:srgbClr val="F8FAFC"/>
                    </a:solidFill>
                  </a:tcPr>
                </a:tc>
              </a:tr>
              <a:tr h="838200">
                <a:tc>
                  <a:txBody>
                    <a:bodyPr/>
                    <a:lstStyle/>
                    <a:p>
                      <a:r>
                        <a:rPr sz="1800">
                          <a:solidFill>
                            <a:srgbClr val="0F172A"/>
                          </a:solidFill>
                          <a:latin typeface="Noto Sans"/>
                          <a:ea typeface="Noto Sans"/>
                          <a:cs typeface="Noto Sans"/>
                        </a:rPr>
                        <a:t>Durable state</a:t>
                      </a:r>
                    </a:p>
                  </a:txBody>
                  <a:tcPr marL="171450" marR="171450" marT="133350" marB="133350" anchor="ctr">
                    <a:solidFill>
                      <a:srgbClr val="FFFFFF"/>
                    </a:solidFill>
                  </a:tcPr>
                </a:tc>
                <a:tc>
                  <a:txBody>
                    <a:bodyPr/>
                    <a:lstStyle/>
                    <a:p>
                      <a:r>
                        <a:rPr sz="1800">
                          <a:solidFill>
                            <a:srgbClr val="0F172A"/>
                          </a:solidFill>
                          <a:latin typeface="Noto Sans"/>
                          <a:ea typeface="Noto Sans"/>
                          <a:cs typeface="Noto Sans"/>
                        </a:rPr>
                        <a:t>Regional DynamoDB</a:t>
                      </a:r>
                    </a:p>
                  </a:txBody>
                  <a:tcPr marL="171450" marR="171450" marT="133350" marB="133350" anchor="ctr">
                    <a:solidFill>
                      <a:srgbClr val="FFFFFF"/>
                    </a:solidFill>
                  </a:tcPr>
                </a:tc>
                <a:tc>
                  <a:txBody>
                    <a:bodyPr/>
                    <a:lstStyle/>
                    <a:p>
                      <a:r>
                        <a:rPr sz="1800">
                          <a:solidFill>
                            <a:srgbClr val="0F172A"/>
                          </a:solidFill>
                          <a:latin typeface="Noto Sans"/>
                          <a:ea typeface="Noto Sans"/>
                          <a:cs typeface="Noto Sans"/>
                        </a:rPr>
                        <a:t>Answers, receipt, control and outbox</a:t>
                      </a:r>
                    </a:p>
                  </a:txBody>
                  <a:tcPr marL="171450" marR="171450" marT="133350" marB="133350" anchor="ctr">
                    <a:solidFill>
                      <a:srgbClr val="FFFFFF"/>
                    </a:solidFill>
                  </a:tcPr>
                </a:tc>
              </a:tr>
              <a:tr h="838200">
                <a:tc>
                  <a:txBody>
                    <a:bodyPr/>
                    <a:lstStyle/>
                    <a:p>
                      <a:r>
                        <a:rPr sz="1800">
                          <a:solidFill>
                            <a:srgbClr val="0F172A"/>
                          </a:solidFill>
                          <a:latin typeface="Noto Sans"/>
                          <a:ea typeface="Noto Sans"/>
                          <a:cs typeface="Noto Sans"/>
                        </a:rPr>
                        <a:t>Recovery control</a:t>
                      </a:r>
                    </a:p>
                  </a:txBody>
                  <a:tcPr marL="171450" marR="171450" marT="133350" marB="133350" anchor="ctr">
                    <a:solidFill>
                      <a:srgbClr val="F8FAFC"/>
                    </a:solidFill>
                  </a:tcPr>
                </a:tc>
                <a:tc>
                  <a:txBody>
                    <a:bodyPr/>
                    <a:lstStyle/>
                    <a:p>
                      <a:r>
                        <a:rPr sz="1800">
                          <a:solidFill>
                            <a:srgbClr val="0F172A"/>
                          </a:solidFill>
                          <a:latin typeface="Noto Sans"/>
                          <a:ea typeface="Noto Sans"/>
                          <a:cs typeface="Noto Sans"/>
                        </a:rPr>
                        <a:t>Monitor / verifier + Step Functions</a:t>
                      </a:r>
                    </a:p>
                  </a:txBody>
                  <a:tcPr marL="171450" marR="171450" marT="133350" marB="133350" anchor="ctr">
                    <a:solidFill>
                      <a:srgbClr val="F8FAFC"/>
                    </a:solidFill>
                  </a:tcPr>
                </a:tc>
                <a:tc>
                  <a:txBody>
                    <a:bodyPr/>
                    <a:lstStyle/>
                    <a:p>
                      <a:r>
                        <a:rPr sz="1800">
                          <a:solidFill>
                            <a:srgbClr val="0F172A"/>
                          </a:solidFill>
                          <a:latin typeface="Noto Sans"/>
                          <a:ea typeface="Noto Sans"/>
                          <a:cs typeface="Noto Sans"/>
                        </a:rPr>
                        <a:t>Confirm, recheck, promote and reconcile</a:t>
                      </a:r>
                    </a:p>
                  </a:txBody>
                  <a:tcPr marL="171450" marR="171450" marT="133350" marB="133350" anchor="ctr">
                    <a:solidFill>
                      <a:srgbClr val="F8FAFC"/>
                    </a:solidFill>
                  </a:tcPr>
                </a:tc>
              </a:tr>
            </a:tbl>
          </a:graphicData>
        </a:graphic>
      </p:graphicFrame>
      <p:sp>
        <p:nvSpPr>
          <p:cNvPr id="4" name="">
            <a:extLst xmlns:a="http://schemas.openxmlformats.org/drawingml/2006/main">
              <a:ext uri="{FF2B5EF4-FFF2-40B4-BE49-F238E27FC236}">
                <a16:creationId xmlns:a16="http://schemas.microsoft.com/office/drawing/2014/main" id="{193586CF-9F2B-412B-BA72-2928933BA8A2}"/>
              </a:ext>
            </a:extLst>
          </p:cNvPr>
          <p:cNvSpPr>
            <a:spLocks xmlns:a="http://schemas.openxmlformats.org/drawingml/2006/main" noGrp="1"/>
          </p:cNvSpPr>
          <p:nvPr/>
        </p:nvSpPr>
        <p:spPr>
          <a:xfrm xmlns:a="http://schemas.openxmlformats.org/drawingml/2006/main">
            <a:off x="685800" y="596265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75569"/>
                </a:solidFill>
                <a:latin typeface="Noto Sans"/>
                <a:ea typeface="Noto Sans"/>
                <a:cs typeface="Noto Sans"/>
              </a:defRPr>
            </a:defPPr>
          </a:lstStyle>
          <a:p xmlns:a="http://schemas.openxmlformats.org/drawingml/2006/main">
            <a:pPr>
              <a:defRPr sz="1875" b="0">
                <a:solidFill>
                  <a:srgbClr val="475569"/>
                </a:solidFill>
                <a:latin typeface="Noto Sans"/>
                <a:ea typeface="Noto Sans"/>
                <a:cs typeface="Noto Sans"/>
              </a:defRPr>
            </a:pPr>
            <a:r>
              <a:rPr sz="1875" b="0">
                <a:solidFill>
                  <a:srgbClr val="475569"/>
                </a:solidFill>
                <a:latin typeface="Noto Sans"/>
                <a:ea typeface="Noto Sans"/>
                <a:cs typeface="Noto Sans"/>
              </a:rPr>
              <a:t>Two Availability Zones · Shared regional data and control services</a:t>
            </a:r>
          </a:p>
        </p:txBody>
      </p:sp>
    </p:spTree>
    <p:extLst>
      <p:ext uri="{BB962C8B-B14F-4D97-AF65-F5344CB8AC3E}">
        <p14:creationId xmlns:p14="http://schemas.microsoft.com/office/powerpoint/2010/main" val="33032043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82C58BE-29A4-4FB5-873D-21CDFC47265F}"/>
              </a:ext>
            </a:extLst>
          </p:cNvPr>
          <p:cNvSpPr>
            <a:spLocks xmlns:a="http://schemas.openxmlformats.org/drawingml/2006/main" noGrp="1"/>
          </p:cNvSpPr>
          <p:nvPr/>
        </p:nvSpPr>
        <p:spPr>
          <a:xfrm xmlns:a="http://schemas.openxmlformats.org/drawingml/2006/main">
            <a:off x="685800" y="4762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F172A"/>
                </a:solidFill>
                <a:latin typeface="Noto Sans"/>
                <a:ea typeface="Noto Sans"/>
                <a:cs typeface="Noto Sans"/>
              </a:defRPr>
            </a:defPPr>
          </a:lstStyle>
          <a:p xmlns:a="http://schemas.openxmlformats.org/drawingml/2006/main">
            <a:pPr>
              <a:defRPr sz="3300" b="1">
                <a:solidFill>
                  <a:srgbClr val="0F172A"/>
                </a:solidFill>
                <a:latin typeface="Noto Sans"/>
                <a:ea typeface="Noto Sans"/>
                <a:cs typeface="Noto Sans"/>
              </a:defRPr>
            </a:pPr>
            <a:r>
              <a:rPr sz="3300" b="1">
                <a:solidFill>
                  <a:srgbClr val="0F172A"/>
                </a:solidFill>
                <a:latin typeface="Noto Sans"/>
                <a:ea typeface="Noto Sans"/>
                <a:cs typeface="Noto Sans"/>
              </a:rPr>
              <a:t>Recovery policy</a:t>
            </a:r>
          </a:p>
        </p:txBody>
      </p:sp>
      <p:sp>
        <p:nvSpPr>
          <p:cNvPr id="2" name="">
            <a:extLst xmlns:a="http://schemas.openxmlformats.org/drawingml/2006/main">
              <a:ext uri="{FF2B5EF4-FFF2-40B4-BE49-F238E27FC236}">
                <a16:creationId xmlns:a16="http://schemas.microsoft.com/office/drawing/2014/main" id="{255C3785-00EF-45A9-B381-1A1458BB105A}"/>
              </a:ext>
            </a:extLst>
          </p:cNvPr>
          <p:cNvSpPr>
            <a:spLocks xmlns:a="http://schemas.openxmlformats.org/drawingml/2006/main" noGrp="1"/>
          </p:cNvSpPr>
          <p:nvPr/>
        </p:nvSpPr>
        <p:spPr>
          <a:xfrm xmlns:a="http://schemas.openxmlformats.org/drawingml/2006/main">
            <a:off x="10801350" y="6429375"/>
            <a:ext cx="714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475569"/>
                </a:solidFill>
                <a:latin typeface="Noto Sans"/>
                <a:ea typeface="Noto Sans"/>
                <a:cs typeface="Noto Sans"/>
              </a:defRPr>
            </a:defPPr>
          </a:lstStyle>
          <a:p xmlns:a="http://schemas.openxmlformats.org/drawingml/2006/main">
            <a:pPr>
              <a:defRPr sz="1275" b="0">
                <a:solidFill>
                  <a:srgbClr val="475569"/>
                </a:solidFill>
                <a:latin typeface="Noto Sans"/>
                <a:ea typeface="Noto Sans"/>
                <a:cs typeface="Noto Sans"/>
              </a:defRPr>
            </a:pPr>
            <a:r>
              <a:rPr sz="1275" b="0">
                <a:solidFill>
                  <a:srgbClr val="475569"/>
                </a:solidFill>
                <a:latin typeface="Noto Sans"/>
                <a:ea typeface="Noto Sans"/>
                <a:cs typeface="Noto Sans"/>
              </a:rPr>
              <a:t>4 / 9</a:t>
            </a:r>
          </a:p>
        </p:txBody>
      </p:sp>
      <p:sp>
        <p:nvSpPr>
          <p:cNvPr id="3" name="">
            <a:extLst xmlns:a="http://schemas.openxmlformats.org/drawingml/2006/main">
              <a:ext uri="{FF2B5EF4-FFF2-40B4-BE49-F238E27FC236}">
                <a16:creationId xmlns:a16="http://schemas.microsoft.com/office/drawing/2014/main" id="{8BBBEAE4-6441-47DD-A36C-C8F1AC97B7DC}"/>
              </a:ext>
            </a:extLst>
          </p:cNvPr>
          <p:cNvSpPr>
            <a:spLocks xmlns:a="http://schemas.openxmlformats.org/drawingml/2006/main" noGrp="1"/>
          </p:cNvSpPr>
          <p:nvPr/>
        </p:nvSpPr>
        <p:spPr>
          <a:xfrm xmlns:a="http://schemas.openxmlformats.org/drawingml/2006/main">
            <a:off x="685800" y="1447800"/>
            <a:ext cx="685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2563EB"/>
                </a:solidFill>
                <a:latin typeface="Noto Sans"/>
                <a:ea typeface="Noto Sans"/>
                <a:cs typeface="Noto Sans"/>
              </a:defRPr>
            </a:defPPr>
          </a:lstStyle>
          <a:p xmlns:a="http://schemas.openxmlformats.org/drawingml/2006/main">
            <a:pPr>
              <a:defRPr sz="2550" b="1">
                <a:solidFill>
                  <a:srgbClr val="2563EB"/>
                </a:solidFill>
                <a:latin typeface="Noto Sans"/>
                <a:ea typeface="Noto Sans"/>
                <a:cs typeface="Noto Sans"/>
              </a:defRPr>
            </a:pPr>
            <a:r>
              <a:rPr sz="2550" b="1">
                <a:solidFill>
                  <a:srgbClr val="2563EB"/>
                </a:solidFill>
                <a:latin typeface="Noto Sans"/>
                <a:ea typeface="Noto Sans"/>
                <a:cs typeface="Noto Sans"/>
              </a:rPr>
              <a:t>01</a:t>
            </a:r>
          </a:p>
        </p:txBody>
      </p:sp>
      <p:sp>
        <p:nvSpPr>
          <p:cNvPr id="4" name="">
            <a:extLst xmlns:a="http://schemas.openxmlformats.org/drawingml/2006/main">
              <a:ext uri="{FF2B5EF4-FFF2-40B4-BE49-F238E27FC236}">
                <a16:creationId xmlns:a16="http://schemas.microsoft.com/office/drawing/2014/main" id="{8F6C8B76-E9D2-42C6-9999-EEC6EC694F10}"/>
              </a:ext>
            </a:extLst>
          </p:cNvPr>
          <p:cNvSpPr>
            <a:spLocks xmlns:a="http://schemas.openxmlformats.org/drawingml/2006/main" noGrp="1"/>
          </p:cNvSpPr>
          <p:nvPr/>
        </p:nvSpPr>
        <p:spPr>
          <a:xfrm xmlns:a="http://schemas.openxmlformats.org/drawingml/2006/main">
            <a:off x="1676400" y="1447800"/>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F172A"/>
                </a:solidFill>
                <a:latin typeface="Noto Sans"/>
                <a:ea typeface="Noto Sans"/>
                <a:cs typeface="Noto Sans"/>
              </a:defRPr>
            </a:defPPr>
          </a:lstStyle>
          <a:p xmlns:a="http://schemas.openxmlformats.org/drawingml/2006/main">
            <a:pPr>
              <a:defRPr sz="2250" b="1">
                <a:solidFill>
                  <a:srgbClr val="0F172A"/>
                </a:solidFill>
                <a:latin typeface="Noto Sans"/>
                <a:ea typeface="Noto Sans"/>
                <a:cs typeface="Noto Sans"/>
              </a:defRPr>
            </a:pPr>
            <a:r>
              <a:rPr sz="2250" b="1">
                <a:solidFill>
                  <a:srgbClr val="0F172A"/>
                </a:solidFill>
                <a:latin typeface="Noto Sans"/>
                <a:ea typeface="Noto Sans"/>
                <a:cs typeface="Noto Sans"/>
              </a:rPr>
              <a:t>Monitor confirmation</a:t>
            </a:r>
          </a:p>
        </p:txBody>
      </p:sp>
      <p:sp>
        <p:nvSpPr>
          <p:cNvPr id="5" name="">
            <a:extLst xmlns:a="http://schemas.openxmlformats.org/drawingml/2006/main">
              <a:ext uri="{FF2B5EF4-FFF2-40B4-BE49-F238E27FC236}">
                <a16:creationId xmlns:a16="http://schemas.microsoft.com/office/drawing/2014/main" id="{1A598E61-6147-4B0C-9D1B-59974C2F3027}"/>
              </a:ext>
            </a:extLst>
          </p:cNvPr>
          <p:cNvSpPr>
            <a:spLocks xmlns:a="http://schemas.openxmlformats.org/drawingml/2006/main" noGrp="1"/>
          </p:cNvSpPr>
          <p:nvPr/>
        </p:nvSpPr>
        <p:spPr>
          <a:xfrm xmlns:a="http://schemas.openxmlformats.org/drawingml/2006/main">
            <a:off x="1676400" y="1876425"/>
            <a:ext cx="9829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475569"/>
                </a:solidFill>
                <a:latin typeface="Noto Sans"/>
                <a:ea typeface="Noto Sans"/>
                <a:cs typeface="Noto Sans"/>
              </a:defRPr>
            </a:defPPr>
          </a:lstStyle>
          <a:p xmlns:a="http://schemas.openxmlformats.org/drawingml/2006/main">
            <a:pPr>
              <a:defRPr sz="1800" b="0">
                <a:solidFill>
                  <a:srgbClr val="475569"/>
                </a:solidFill>
                <a:latin typeface="Noto Sans"/>
                <a:ea typeface="Noto Sans"/>
                <a:cs typeface="Noto Sans"/>
              </a:defRPr>
            </a:pPr>
            <a:r>
              <a:rPr sz="1800" b="0">
                <a:solidFill>
                  <a:srgbClr val="475569"/>
                </a:solidFill>
                <a:latin typeface="Noto Sans"/>
                <a:ea typeface="Noto Sans"/>
                <a:cs typeface="Noto Sans"/>
              </a:rPr>
              <a:t>Repeated deep checks distinguish a sustained fault from a blip.</a:t>
            </a:r>
          </a:p>
        </p:txBody>
      </p:sp>
      <p:sp>
        <p:nvSpPr>
          <p:cNvPr id="6" name="">
            <a:extLst xmlns:a="http://schemas.openxmlformats.org/drawingml/2006/main">
              <a:ext uri="{FF2B5EF4-FFF2-40B4-BE49-F238E27FC236}">
                <a16:creationId xmlns:a16="http://schemas.microsoft.com/office/drawing/2014/main" id="{A6621D49-42E8-4942-8569-D46010C4E076}"/>
              </a:ext>
            </a:extLst>
          </p:cNvPr>
          <p:cNvSpPr>
            <a:spLocks xmlns:a="http://schemas.openxmlformats.org/drawingml/2006/main" noGrp="1"/>
          </p:cNvSpPr>
          <p:nvPr/>
        </p:nvSpPr>
        <p:spPr>
          <a:xfrm xmlns:a="http://schemas.openxmlformats.org/drawingml/2006/main">
            <a:off x="685800" y="2362200"/>
            <a:ext cx="685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2563EB"/>
                </a:solidFill>
                <a:latin typeface="Noto Sans"/>
                <a:ea typeface="Noto Sans"/>
                <a:cs typeface="Noto Sans"/>
              </a:defRPr>
            </a:defPPr>
          </a:lstStyle>
          <a:p xmlns:a="http://schemas.openxmlformats.org/drawingml/2006/main">
            <a:pPr>
              <a:defRPr sz="2550" b="1">
                <a:solidFill>
                  <a:srgbClr val="2563EB"/>
                </a:solidFill>
                <a:latin typeface="Noto Sans"/>
                <a:ea typeface="Noto Sans"/>
                <a:cs typeface="Noto Sans"/>
              </a:defRPr>
            </a:pPr>
            <a:r>
              <a:rPr sz="2550" b="1">
                <a:solidFill>
                  <a:srgbClr val="2563EB"/>
                </a:solidFill>
                <a:latin typeface="Noto Sans"/>
                <a:ea typeface="Noto Sans"/>
                <a:cs typeface="Noto Sans"/>
              </a:rPr>
              <a:t>02</a:t>
            </a:r>
          </a:p>
        </p:txBody>
      </p:sp>
      <p:sp>
        <p:nvSpPr>
          <p:cNvPr id="7" name="">
            <a:extLst xmlns:a="http://schemas.openxmlformats.org/drawingml/2006/main">
              <a:ext uri="{FF2B5EF4-FFF2-40B4-BE49-F238E27FC236}">
                <a16:creationId xmlns:a16="http://schemas.microsoft.com/office/drawing/2014/main" id="{5D1916AD-2EBB-44EB-AE01-7440F67A603E}"/>
              </a:ext>
            </a:extLst>
          </p:cNvPr>
          <p:cNvSpPr>
            <a:spLocks xmlns:a="http://schemas.openxmlformats.org/drawingml/2006/main" noGrp="1"/>
          </p:cNvSpPr>
          <p:nvPr/>
        </p:nvSpPr>
        <p:spPr>
          <a:xfrm xmlns:a="http://schemas.openxmlformats.org/drawingml/2006/main">
            <a:off x="1676400" y="2362200"/>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F172A"/>
                </a:solidFill>
                <a:latin typeface="Noto Sans"/>
                <a:ea typeface="Noto Sans"/>
                <a:cs typeface="Noto Sans"/>
              </a:defRPr>
            </a:defPPr>
          </a:lstStyle>
          <a:p xmlns:a="http://schemas.openxmlformats.org/drawingml/2006/main">
            <a:pPr>
              <a:defRPr sz="2250" b="1">
                <a:solidFill>
                  <a:srgbClr val="0F172A"/>
                </a:solidFill>
                <a:latin typeface="Noto Sans"/>
                <a:ea typeface="Noto Sans"/>
                <a:cs typeface="Noto Sans"/>
              </a:defRPr>
            </a:pPr>
            <a:r>
              <a:rPr sz="2250" b="1">
                <a:solidFill>
                  <a:srgbClr val="0F172A"/>
                </a:solidFill>
                <a:latin typeface="Noto Sans"/>
                <a:ea typeface="Noto Sans"/>
                <a:cs typeface="Noto Sans"/>
              </a:rPr>
              <a:t>Locked verification</a:t>
            </a:r>
          </a:p>
        </p:txBody>
      </p:sp>
      <p:sp>
        <p:nvSpPr>
          <p:cNvPr id="8" name="">
            <a:extLst xmlns:a="http://schemas.openxmlformats.org/drawingml/2006/main">
              <a:ext uri="{FF2B5EF4-FFF2-40B4-BE49-F238E27FC236}">
                <a16:creationId xmlns:a16="http://schemas.microsoft.com/office/drawing/2014/main" id="{CD8652AC-86DD-4BC9-AFDC-6AB6B701E3AC}"/>
              </a:ext>
            </a:extLst>
          </p:cNvPr>
          <p:cNvSpPr>
            <a:spLocks xmlns:a="http://schemas.openxmlformats.org/drawingml/2006/main" noGrp="1"/>
          </p:cNvSpPr>
          <p:nvPr/>
        </p:nvSpPr>
        <p:spPr>
          <a:xfrm xmlns:a="http://schemas.openxmlformats.org/drawingml/2006/main">
            <a:off x="1676400" y="2790825"/>
            <a:ext cx="9829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475569"/>
                </a:solidFill>
                <a:latin typeface="Noto Sans"/>
                <a:ea typeface="Noto Sans"/>
                <a:cs typeface="Noto Sans"/>
              </a:defRPr>
            </a:defPPr>
          </a:lstStyle>
          <a:p xmlns:a="http://schemas.openxmlformats.org/drawingml/2006/main">
            <a:pPr>
              <a:defRPr sz="1800" b="0">
                <a:solidFill>
                  <a:srgbClr val="475569"/>
                </a:solidFill>
                <a:latin typeface="Noto Sans"/>
                <a:ea typeface="Noto Sans"/>
                <a:cs typeface="Noto Sans"/>
              </a:defRPr>
            </a:pPr>
            <a:r>
              <a:rPr sz="1800" b="0">
                <a:solidFill>
                  <a:srgbClr val="475569"/>
                </a:solidFill>
                <a:latin typeface="Noto Sans"/>
                <a:ea typeface="Noto Sans"/>
                <a:cs typeface="Noto Sans"/>
              </a:rPr>
              <a:t>The workflow rechecks the route and standby under an incident lease.</a:t>
            </a:r>
          </a:p>
        </p:txBody>
      </p:sp>
      <p:sp>
        <p:nvSpPr>
          <p:cNvPr id="9" name="">
            <a:extLst xmlns:a="http://schemas.openxmlformats.org/drawingml/2006/main">
              <a:ext uri="{FF2B5EF4-FFF2-40B4-BE49-F238E27FC236}">
                <a16:creationId xmlns:a16="http://schemas.microsoft.com/office/drawing/2014/main" id="{4D7433F4-AEF3-4812-A022-EC745DE49BDF}"/>
              </a:ext>
            </a:extLst>
          </p:cNvPr>
          <p:cNvSpPr>
            <a:spLocks xmlns:a="http://schemas.openxmlformats.org/drawingml/2006/main" noGrp="1"/>
          </p:cNvSpPr>
          <p:nvPr/>
        </p:nvSpPr>
        <p:spPr>
          <a:xfrm xmlns:a="http://schemas.openxmlformats.org/drawingml/2006/main">
            <a:off x="685800" y="3276600"/>
            <a:ext cx="685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2563EB"/>
                </a:solidFill>
                <a:latin typeface="Noto Sans"/>
                <a:ea typeface="Noto Sans"/>
                <a:cs typeface="Noto Sans"/>
              </a:defRPr>
            </a:defPPr>
          </a:lstStyle>
          <a:p xmlns:a="http://schemas.openxmlformats.org/drawingml/2006/main">
            <a:pPr>
              <a:defRPr sz="2550" b="1">
                <a:solidFill>
                  <a:srgbClr val="2563EB"/>
                </a:solidFill>
                <a:latin typeface="Noto Sans"/>
                <a:ea typeface="Noto Sans"/>
                <a:cs typeface="Noto Sans"/>
              </a:defRPr>
            </a:pPr>
            <a:r>
              <a:rPr sz="2550" b="1">
                <a:solidFill>
                  <a:srgbClr val="2563EB"/>
                </a:solidFill>
                <a:latin typeface="Noto Sans"/>
                <a:ea typeface="Noto Sans"/>
                <a:cs typeface="Noto Sans"/>
              </a:rPr>
              <a:t>03</a:t>
            </a:r>
          </a:p>
        </p:txBody>
      </p:sp>
      <p:sp>
        <p:nvSpPr>
          <p:cNvPr id="10" name="">
            <a:extLst xmlns:a="http://schemas.openxmlformats.org/drawingml/2006/main">
              <a:ext uri="{FF2B5EF4-FFF2-40B4-BE49-F238E27FC236}">
                <a16:creationId xmlns:a16="http://schemas.microsoft.com/office/drawing/2014/main" id="{8830CF6C-1E5E-4E46-A686-ABCB08DE6BCD}"/>
              </a:ext>
            </a:extLst>
          </p:cNvPr>
          <p:cNvSpPr>
            <a:spLocks xmlns:a="http://schemas.openxmlformats.org/drawingml/2006/main" noGrp="1"/>
          </p:cNvSpPr>
          <p:nvPr/>
        </p:nvSpPr>
        <p:spPr>
          <a:xfrm xmlns:a="http://schemas.openxmlformats.org/drawingml/2006/main">
            <a:off x="1676400" y="3276600"/>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F172A"/>
                </a:solidFill>
                <a:latin typeface="Noto Sans"/>
                <a:ea typeface="Noto Sans"/>
                <a:cs typeface="Noto Sans"/>
              </a:defRPr>
            </a:defPPr>
          </a:lstStyle>
          <a:p xmlns:a="http://schemas.openxmlformats.org/drawingml/2006/main">
            <a:pPr>
              <a:defRPr sz="2250" b="1">
                <a:solidFill>
                  <a:srgbClr val="0F172A"/>
                </a:solidFill>
                <a:latin typeface="Noto Sans"/>
                <a:ea typeface="Noto Sans"/>
                <a:cs typeface="Noto Sans"/>
              </a:defRPr>
            </a:pPr>
            <a:r>
              <a:rPr sz="2250" b="1">
                <a:solidFill>
                  <a:srgbClr val="0F172A"/>
                </a:solidFill>
                <a:latin typeface="Noto Sans"/>
                <a:ea typeface="Noto Sans"/>
                <a:cs typeface="Noto Sans"/>
              </a:rPr>
              <a:t>Conditional promotion</a:t>
            </a:r>
          </a:p>
        </p:txBody>
      </p:sp>
      <p:sp>
        <p:nvSpPr>
          <p:cNvPr id="11" name="">
            <a:extLst xmlns:a="http://schemas.openxmlformats.org/drawingml/2006/main">
              <a:ext uri="{FF2B5EF4-FFF2-40B4-BE49-F238E27FC236}">
                <a16:creationId xmlns:a16="http://schemas.microsoft.com/office/drawing/2014/main" id="{CA67E9D9-79E2-4CD7-9811-C63CC7DF6F63}"/>
              </a:ext>
            </a:extLst>
          </p:cNvPr>
          <p:cNvSpPr>
            <a:spLocks xmlns:a="http://schemas.openxmlformats.org/drawingml/2006/main" noGrp="1"/>
          </p:cNvSpPr>
          <p:nvPr/>
        </p:nvSpPr>
        <p:spPr>
          <a:xfrm xmlns:a="http://schemas.openxmlformats.org/drawingml/2006/main">
            <a:off x="1676400" y="3705225"/>
            <a:ext cx="9829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475569"/>
                </a:solidFill>
                <a:latin typeface="Noto Sans"/>
                <a:ea typeface="Noto Sans"/>
                <a:cs typeface="Noto Sans"/>
              </a:defRPr>
            </a:defPPr>
          </a:lstStyle>
          <a:p xmlns:a="http://schemas.openxmlformats.org/drawingml/2006/main">
            <a:pPr>
              <a:defRPr sz="1800" b="0">
                <a:solidFill>
                  <a:srgbClr val="475569"/>
                </a:solidFill>
                <a:latin typeface="Noto Sans"/>
                <a:ea typeface="Noto Sans"/>
                <a:cs typeface="Noto Sans"/>
              </a:defRPr>
            </a:pPr>
            <a:r>
              <a:rPr sz="1800" b="0">
                <a:solidFill>
                  <a:srgbClr val="475569"/>
                </a:solidFill>
                <a:latin typeface="Noto Sans"/>
                <a:ea typeface="Noto Sans"/>
                <a:cs typeface="Noto Sans"/>
              </a:rPr>
              <a:t>A newer writer epoch selects B; the public API must pass its smoke test.</a:t>
            </a:r>
          </a:p>
        </p:txBody>
      </p:sp>
      <p:sp>
        <p:nvSpPr>
          <p:cNvPr id="12" name="">
            <a:extLst xmlns:a="http://schemas.openxmlformats.org/drawingml/2006/main">
              <a:ext uri="{FF2B5EF4-FFF2-40B4-BE49-F238E27FC236}">
                <a16:creationId xmlns:a16="http://schemas.microsoft.com/office/drawing/2014/main" id="{84B46F88-3153-4DCC-9DBB-B08E6A23511C}"/>
              </a:ext>
            </a:extLst>
          </p:cNvPr>
          <p:cNvSpPr>
            <a:spLocks xmlns:a="http://schemas.openxmlformats.org/drawingml/2006/main" noGrp="1"/>
          </p:cNvSpPr>
          <p:nvPr/>
        </p:nvSpPr>
        <p:spPr>
          <a:xfrm xmlns:a="http://schemas.openxmlformats.org/drawingml/2006/main">
            <a:off x="685800" y="4191000"/>
            <a:ext cx="685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2563EB"/>
                </a:solidFill>
                <a:latin typeface="Noto Sans"/>
                <a:ea typeface="Noto Sans"/>
                <a:cs typeface="Noto Sans"/>
              </a:defRPr>
            </a:defPPr>
          </a:lstStyle>
          <a:p xmlns:a="http://schemas.openxmlformats.org/drawingml/2006/main">
            <a:pPr>
              <a:defRPr sz="2550" b="1">
                <a:solidFill>
                  <a:srgbClr val="2563EB"/>
                </a:solidFill>
                <a:latin typeface="Noto Sans"/>
                <a:ea typeface="Noto Sans"/>
                <a:cs typeface="Noto Sans"/>
              </a:defRPr>
            </a:pPr>
            <a:r>
              <a:rPr sz="2550" b="1">
                <a:solidFill>
                  <a:srgbClr val="2563EB"/>
                </a:solidFill>
                <a:latin typeface="Noto Sans"/>
                <a:ea typeface="Noto Sans"/>
                <a:cs typeface="Noto Sans"/>
              </a:rPr>
              <a:t>04</a:t>
            </a:r>
          </a:p>
        </p:txBody>
      </p:sp>
      <p:sp>
        <p:nvSpPr>
          <p:cNvPr id="13" name="">
            <a:extLst xmlns:a="http://schemas.openxmlformats.org/drawingml/2006/main">
              <a:ext uri="{FF2B5EF4-FFF2-40B4-BE49-F238E27FC236}">
                <a16:creationId xmlns:a16="http://schemas.microsoft.com/office/drawing/2014/main" id="{BCE7EB01-55B4-4173-B6CC-28C25F52D21C}"/>
              </a:ext>
            </a:extLst>
          </p:cNvPr>
          <p:cNvSpPr>
            <a:spLocks xmlns:a="http://schemas.openxmlformats.org/drawingml/2006/main" noGrp="1"/>
          </p:cNvSpPr>
          <p:nvPr/>
        </p:nvSpPr>
        <p:spPr>
          <a:xfrm xmlns:a="http://schemas.openxmlformats.org/drawingml/2006/main">
            <a:off x="1676400" y="4191000"/>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F172A"/>
                </a:solidFill>
                <a:latin typeface="Noto Sans"/>
                <a:ea typeface="Noto Sans"/>
                <a:cs typeface="Noto Sans"/>
              </a:defRPr>
            </a:defPPr>
          </a:lstStyle>
          <a:p xmlns:a="http://schemas.openxmlformats.org/drawingml/2006/main">
            <a:pPr>
              <a:defRPr sz="2250" b="1">
                <a:solidFill>
                  <a:srgbClr val="0F172A"/>
                </a:solidFill>
                <a:latin typeface="Noto Sans"/>
                <a:ea typeface="Noto Sans"/>
                <a:cs typeface="Noto Sans"/>
              </a:defRPr>
            </a:pPr>
            <a:r>
              <a:rPr sz="2250" b="1">
                <a:solidFill>
                  <a:srgbClr val="0F172A"/>
                </a:solidFill>
                <a:latin typeface="Noto Sans"/>
                <a:ea typeface="Noto Sans"/>
                <a:cs typeface="Noto Sans"/>
              </a:rPr>
              <a:t>Safe failure handling</a:t>
            </a:r>
          </a:p>
        </p:txBody>
      </p:sp>
      <p:sp>
        <p:nvSpPr>
          <p:cNvPr id="14" name="">
            <a:extLst xmlns:a="http://schemas.openxmlformats.org/drawingml/2006/main">
              <a:ext uri="{FF2B5EF4-FFF2-40B4-BE49-F238E27FC236}">
                <a16:creationId xmlns:a16="http://schemas.microsoft.com/office/drawing/2014/main" id="{8CF3A71D-6859-4EA6-915D-C7779270D19E}"/>
              </a:ext>
            </a:extLst>
          </p:cNvPr>
          <p:cNvSpPr>
            <a:spLocks xmlns:a="http://schemas.openxmlformats.org/drawingml/2006/main" noGrp="1"/>
          </p:cNvSpPr>
          <p:nvPr/>
        </p:nvSpPr>
        <p:spPr>
          <a:xfrm xmlns:a="http://schemas.openxmlformats.org/drawingml/2006/main">
            <a:off x="1676400" y="4619625"/>
            <a:ext cx="9829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475569"/>
                </a:solidFill>
                <a:latin typeface="Noto Sans"/>
                <a:ea typeface="Noto Sans"/>
                <a:cs typeface="Noto Sans"/>
              </a:defRPr>
            </a:defPPr>
          </a:lstStyle>
          <a:p xmlns:a="http://schemas.openxmlformats.org/drawingml/2006/main">
            <a:pPr>
              <a:defRPr sz="1800" b="0">
                <a:solidFill>
                  <a:srgbClr val="475569"/>
                </a:solidFill>
                <a:latin typeface="Noto Sans"/>
                <a:ea typeface="Noto Sans"/>
                <a:cs typeface="Noto Sans"/>
              </a:defRPr>
            </a:pPr>
            <a:r>
              <a:rPr sz="1800" b="0">
                <a:solidFill>
                  <a:srgbClr val="475569"/>
                </a:solidFill>
                <a:latin typeface="Noto Sans"/>
                <a:ea typeface="Noto Sans"/>
                <a:cs typeface="Noto Sans"/>
              </a:rPr>
              <a:t>Rollback requires fresh health of the former backend.</a:t>
            </a:r>
          </a:p>
        </p:txBody>
      </p:sp>
      <p:sp>
        <p:nvSpPr>
          <p:cNvPr id="15" name="">
            <a:extLst xmlns:a="http://schemas.openxmlformats.org/drawingml/2006/main">
              <a:ext uri="{FF2B5EF4-FFF2-40B4-BE49-F238E27FC236}">
                <a16:creationId xmlns:a16="http://schemas.microsoft.com/office/drawing/2014/main" id="{159CFF17-0EF9-4F05-9541-E9A96A17FCDC}"/>
              </a:ext>
            </a:extLst>
          </p:cNvPr>
          <p:cNvSpPr>
            <a:spLocks xmlns:a="http://schemas.openxmlformats.org/drawingml/2006/main" noGrp="1"/>
          </p:cNvSpPr>
          <p:nvPr/>
        </p:nvSpPr>
        <p:spPr>
          <a:xfrm xmlns:a="http://schemas.openxmlformats.org/drawingml/2006/main">
            <a:off x="685800" y="5105400"/>
            <a:ext cx="685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2563EB"/>
                </a:solidFill>
                <a:latin typeface="Noto Sans"/>
                <a:ea typeface="Noto Sans"/>
                <a:cs typeface="Noto Sans"/>
              </a:defRPr>
            </a:defPPr>
          </a:lstStyle>
          <a:p xmlns:a="http://schemas.openxmlformats.org/drawingml/2006/main">
            <a:pPr>
              <a:defRPr sz="2550" b="1">
                <a:solidFill>
                  <a:srgbClr val="2563EB"/>
                </a:solidFill>
                <a:latin typeface="Noto Sans"/>
                <a:ea typeface="Noto Sans"/>
                <a:cs typeface="Noto Sans"/>
              </a:defRPr>
            </a:pPr>
            <a:r>
              <a:rPr sz="2550" b="1">
                <a:solidFill>
                  <a:srgbClr val="2563EB"/>
                </a:solidFill>
                <a:latin typeface="Noto Sans"/>
                <a:ea typeface="Noto Sans"/>
                <a:cs typeface="Noto Sans"/>
              </a:rPr>
              <a:t>05</a:t>
            </a:r>
          </a:p>
        </p:txBody>
      </p:sp>
      <p:sp>
        <p:nvSpPr>
          <p:cNvPr id="16" name="">
            <a:extLst xmlns:a="http://schemas.openxmlformats.org/drawingml/2006/main">
              <a:ext uri="{FF2B5EF4-FFF2-40B4-BE49-F238E27FC236}">
                <a16:creationId xmlns:a16="http://schemas.microsoft.com/office/drawing/2014/main" id="{47DF6DD6-ECAA-482E-A4F2-DC22D31328E1}"/>
              </a:ext>
            </a:extLst>
          </p:cNvPr>
          <p:cNvSpPr>
            <a:spLocks xmlns:a="http://schemas.openxmlformats.org/drawingml/2006/main" noGrp="1"/>
          </p:cNvSpPr>
          <p:nvPr/>
        </p:nvSpPr>
        <p:spPr>
          <a:xfrm xmlns:a="http://schemas.openxmlformats.org/drawingml/2006/main">
            <a:off x="1676400" y="5105400"/>
            <a:ext cx="971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F172A"/>
                </a:solidFill>
                <a:latin typeface="Noto Sans"/>
                <a:ea typeface="Noto Sans"/>
                <a:cs typeface="Noto Sans"/>
              </a:defRPr>
            </a:defPPr>
          </a:lstStyle>
          <a:p xmlns:a="http://schemas.openxmlformats.org/drawingml/2006/main">
            <a:pPr>
              <a:defRPr sz="2250" b="1">
                <a:solidFill>
                  <a:srgbClr val="0F172A"/>
                </a:solidFill>
                <a:latin typeface="Noto Sans"/>
                <a:ea typeface="Noto Sans"/>
                <a:cs typeface="Noto Sans"/>
              </a:defRPr>
            </a:pPr>
            <a:r>
              <a:rPr sz="2250" b="1">
                <a:solidFill>
                  <a:srgbClr val="0F172A"/>
                </a:solidFill>
                <a:latin typeface="Noto Sans"/>
                <a:ea typeface="Noto Sans"/>
                <a:cs typeface="Noto Sans"/>
              </a:rPr>
              <a:t>Audit reconciliation</a:t>
            </a:r>
          </a:p>
        </p:txBody>
      </p:sp>
      <p:sp>
        <p:nvSpPr>
          <p:cNvPr id="17" name="">
            <a:extLst xmlns:a="http://schemas.openxmlformats.org/drawingml/2006/main">
              <a:ext uri="{FF2B5EF4-FFF2-40B4-BE49-F238E27FC236}">
                <a16:creationId xmlns:a16="http://schemas.microsoft.com/office/drawing/2014/main" id="{155AE080-9C53-4A70-B088-AC3A44FFA51C}"/>
              </a:ext>
            </a:extLst>
          </p:cNvPr>
          <p:cNvSpPr>
            <a:spLocks xmlns:a="http://schemas.openxmlformats.org/drawingml/2006/main" noGrp="1"/>
          </p:cNvSpPr>
          <p:nvPr/>
        </p:nvSpPr>
        <p:spPr>
          <a:xfrm xmlns:a="http://schemas.openxmlformats.org/drawingml/2006/main">
            <a:off x="1676400" y="5534025"/>
            <a:ext cx="9829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475569"/>
                </a:solidFill>
                <a:latin typeface="Noto Sans"/>
                <a:ea typeface="Noto Sans"/>
                <a:cs typeface="Noto Sans"/>
              </a:defRPr>
            </a:defPPr>
          </a:lstStyle>
          <a:p xmlns:a="http://schemas.openxmlformats.org/drawingml/2006/main">
            <a:pPr>
              <a:defRPr sz="1800" b="0">
                <a:solidFill>
                  <a:srgbClr val="475569"/>
                </a:solidFill>
                <a:latin typeface="Noto Sans"/>
                <a:ea typeface="Noto Sans"/>
                <a:cs typeface="Noto Sans"/>
              </a:defRPr>
            </a:pPr>
            <a:r>
              <a:rPr sz="1800" b="0">
                <a:solidFill>
                  <a:srgbClr val="475569"/>
                </a:solidFill>
                <a:latin typeface="Noto Sans"/>
                <a:ea typeface="Noto Sans"/>
                <a:cs typeface="Noto Sans"/>
              </a:rPr>
              <a:t>Pending committed work produces one idempotent audit summary.</a:t>
            </a:r>
          </a:p>
        </p:txBody>
      </p:sp>
    </p:spTree>
    <p:extLst>
      <p:ext uri="{BB962C8B-B14F-4D97-AF65-F5344CB8AC3E}">
        <p14:creationId xmlns:p14="http://schemas.microsoft.com/office/powerpoint/2010/main" val="1287345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8AA3EB7-83C0-4867-BDC5-FF39F25B1294}"/>
              </a:ext>
            </a:extLst>
          </p:cNvPr>
          <p:cNvSpPr>
            <a:spLocks xmlns:a="http://schemas.openxmlformats.org/drawingml/2006/main" noGrp="1"/>
          </p:cNvSpPr>
          <p:nvPr/>
        </p:nvSpPr>
        <p:spPr>
          <a:xfrm xmlns:a="http://schemas.openxmlformats.org/drawingml/2006/main">
            <a:off x="685800" y="4762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F172A"/>
                </a:solidFill>
                <a:latin typeface="Noto Sans"/>
                <a:ea typeface="Noto Sans"/>
                <a:cs typeface="Noto Sans"/>
              </a:defRPr>
            </a:defPPr>
          </a:lstStyle>
          <a:p xmlns:a="http://schemas.openxmlformats.org/drawingml/2006/main">
            <a:pPr>
              <a:defRPr sz="3300" b="1">
                <a:solidFill>
                  <a:srgbClr val="0F172A"/>
                </a:solidFill>
                <a:latin typeface="Noto Sans"/>
                <a:ea typeface="Noto Sans"/>
                <a:cs typeface="Noto Sans"/>
              </a:defRPr>
            </a:pPr>
            <a:r>
              <a:rPr sz="3300" b="1">
                <a:solidFill>
                  <a:srgbClr val="0F172A"/>
                </a:solidFill>
                <a:latin typeface="Noto Sans"/>
                <a:ea typeface="Noto Sans"/>
                <a:cs typeface="Noto Sans"/>
              </a:rPr>
              <a:t>A submission can outlive its response</a:t>
            </a:r>
          </a:p>
        </p:txBody>
      </p:sp>
      <p:sp>
        <p:nvSpPr>
          <p:cNvPr id="2" name="">
            <a:extLst xmlns:a="http://schemas.openxmlformats.org/drawingml/2006/main">
              <a:ext uri="{FF2B5EF4-FFF2-40B4-BE49-F238E27FC236}">
                <a16:creationId xmlns:a16="http://schemas.microsoft.com/office/drawing/2014/main" id="{5D44791B-8C03-4FE6-BD01-F47440764820}"/>
              </a:ext>
            </a:extLst>
          </p:cNvPr>
          <p:cNvSpPr>
            <a:spLocks xmlns:a="http://schemas.openxmlformats.org/drawingml/2006/main" noGrp="1"/>
          </p:cNvSpPr>
          <p:nvPr/>
        </p:nvSpPr>
        <p:spPr>
          <a:xfrm xmlns:a="http://schemas.openxmlformats.org/drawingml/2006/main">
            <a:off x="10801350" y="6429375"/>
            <a:ext cx="714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475569"/>
                </a:solidFill>
                <a:latin typeface="Noto Sans"/>
                <a:ea typeface="Noto Sans"/>
                <a:cs typeface="Noto Sans"/>
              </a:defRPr>
            </a:defPPr>
          </a:lstStyle>
          <a:p xmlns:a="http://schemas.openxmlformats.org/drawingml/2006/main">
            <a:pPr>
              <a:defRPr sz="1275" b="0">
                <a:solidFill>
                  <a:srgbClr val="475569"/>
                </a:solidFill>
                <a:latin typeface="Noto Sans"/>
                <a:ea typeface="Noto Sans"/>
                <a:cs typeface="Noto Sans"/>
              </a:defRPr>
            </a:pPr>
            <a:r>
              <a:rPr sz="1275" b="0">
                <a:solidFill>
                  <a:srgbClr val="475569"/>
                </a:solidFill>
                <a:latin typeface="Noto Sans"/>
                <a:ea typeface="Noto Sans"/>
                <a:cs typeface="Noto Sans"/>
              </a:rPr>
              <a:t>5 / 9</a:t>
            </a:r>
          </a:p>
        </p:txBody>
      </p:sp>
      <p:graphicFrame>
        <p:nvGraphicFramePr>
          <p:cNvPr id="3" name="">
            <a:extLst xmlns:a="http://schemas.openxmlformats.org/drawingml/2006/main">
              <a:ext uri="{FF2B5EF4-FFF2-40B4-BE49-F238E27FC236}">
                <a16:creationId xmlns:a16="http://schemas.microsoft.com/office/drawing/2014/main" id="{353BCAA2-2057-4634-B310-13A4F199683F}"/>
              </a:ext>
            </a:extLst>
          </p:cNvPr>
          <p:cNvGraphicFramePr/>
          <p:nvPr/>
        </p:nvGraphicFramePr>
        <p:xfrm>
          <a:off xmlns:a="http://schemas.openxmlformats.org/drawingml/2006/main" x="685800" y="1504950"/>
          <a:ext xmlns:a="http://schemas.openxmlformats.org/drawingml/2006/main" cx="10820400" cy="4257675"/>
        </p:xfrm>
        <a:graphic xmlns:a="http://schemas.openxmlformats.org/drawingml/2006/main">
          <a:graphicData uri="http://schemas.openxmlformats.org/drawingml/2006/table">
            <a:tbl>
              <a:tblPr/>
              <a:tblGrid>
                <a:gridCol w="2286000"/>
                <a:gridCol w="4610100"/>
                <a:gridCol w="3924300"/>
              </a:tblGrid>
              <a:tr h="851535">
                <a:tc>
                  <a:txBody>
                    <a:bodyPr/>
                    <a:lstStyle/>
                    <a:p>
                      <a:r>
                        <a:rPr sz="1800" b="1">
                          <a:solidFill>
                            <a:srgbClr val="FFFFFF"/>
                          </a:solidFill>
                          <a:latin typeface="Noto Sans"/>
                          <a:ea typeface="Noto Sans"/>
                          <a:cs typeface="Noto Sans"/>
                        </a:rPr>
                        <a:t>Moment</a:t>
                      </a:r>
                    </a:p>
                  </a:txBody>
                  <a:tcPr marL="171450" marR="171450" marT="133350" marB="133350" anchor="ctr">
                    <a:solidFill>
                      <a:srgbClr val="0F172A"/>
                    </a:solidFill>
                  </a:tcPr>
                </a:tc>
                <a:tc>
                  <a:txBody>
                    <a:bodyPr/>
                    <a:lstStyle/>
                    <a:p>
                      <a:r>
                        <a:rPr sz="1800" b="1">
                          <a:solidFill>
                            <a:srgbClr val="FFFFFF"/>
                          </a:solidFill>
                          <a:latin typeface="Noto Sans"/>
                          <a:ea typeface="Noto Sans"/>
                          <a:cs typeface="Noto Sans"/>
                        </a:rPr>
                        <a:t>Application contract</a:t>
                      </a:r>
                    </a:p>
                  </a:txBody>
                  <a:tcPr marL="171450" marR="171450" marT="133350" marB="133350" anchor="ctr">
                    <a:solidFill>
                      <a:srgbClr val="0F172A"/>
                    </a:solidFill>
                  </a:tcPr>
                </a:tc>
                <a:tc>
                  <a:txBody>
                    <a:bodyPr/>
                    <a:lstStyle/>
                    <a:p>
                      <a:r>
                        <a:rPr sz="1800" b="1">
                          <a:solidFill>
                            <a:srgbClr val="FFFFFF"/>
                          </a:solidFill>
                          <a:latin typeface="Noto Sans"/>
                          <a:ea typeface="Noto Sans"/>
                          <a:cs typeface="Noto Sans"/>
                        </a:rPr>
                        <a:t>Observable result</a:t>
                      </a:r>
                    </a:p>
                  </a:txBody>
                  <a:tcPr marL="171450" marR="171450" marT="133350" marB="133350" anchor="ctr">
                    <a:solidFill>
                      <a:srgbClr val="0F172A"/>
                    </a:solidFill>
                  </a:tcPr>
                </a:tc>
              </a:tr>
              <a:tr h="851535">
                <a:tc>
                  <a:txBody>
                    <a:bodyPr/>
                    <a:lstStyle/>
                    <a:p>
                      <a:r>
                        <a:rPr sz="1800">
                          <a:solidFill>
                            <a:srgbClr val="0F172A"/>
                          </a:solidFill>
                          <a:latin typeface="Noto Sans"/>
                          <a:ea typeface="Noto Sans"/>
                          <a:cs typeface="Noto Sans"/>
                        </a:rPr>
                        <a:t>Before sending</a:t>
                      </a:r>
                    </a:p>
                  </a:txBody>
                  <a:tcPr marL="171450" marR="171450" marT="133350" marB="133350" anchor="ctr">
                    <a:solidFill>
                      <a:srgbClr val="FFFFFF"/>
                    </a:solidFill>
                  </a:tcPr>
                </a:tc>
                <a:tc>
                  <a:txBody>
                    <a:bodyPr/>
                    <a:lstStyle/>
                    <a:p>
                      <a:r>
                        <a:rPr sz="1800">
                          <a:solidFill>
                            <a:srgbClr val="0F172A"/>
                          </a:solidFill>
                          <a:latin typeface="Noto Sans"/>
                          <a:ea typeface="Noto Sans"/>
                          <a:cs typeface="Noto Sans"/>
                        </a:rPr>
                        <a:t>Persistent ID + immutable answer snapshot</a:t>
                      </a:r>
                    </a:p>
                  </a:txBody>
                  <a:tcPr marL="171450" marR="171450" marT="133350" marB="133350" anchor="ctr">
                    <a:solidFill>
                      <a:srgbClr val="FFFFFF"/>
                    </a:solidFill>
                  </a:tcPr>
                </a:tc>
                <a:tc>
                  <a:txBody>
                    <a:bodyPr/>
                    <a:lstStyle/>
                    <a:p>
                      <a:r>
                        <a:rPr sz="1800">
                          <a:solidFill>
                            <a:srgbClr val="0F172A"/>
                          </a:solidFill>
                          <a:latin typeface="Noto Sans"/>
                          <a:ea typeface="Noto Sans"/>
                          <a:cs typeface="Noto Sans"/>
                        </a:rPr>
                        <a:t>Retries preserve the same request</a:t>
                      </a:r>
                    </a:p>
                  </a:txBody>
                  <a:tcPr marL="171450" marR="171450" marT="133350" marB="133350" anchor="ctr">
                    <a:solidFill>
                      <a:srgbClr val="FFFFFF"/>
                    </a:solidFill>
                  </a:tcPr>
                </a:tc>
              </a:tr>
              <a:tr h="851535">
                <a:tc>
                  <a:txBody>
                    <a:bodyPr/>
                    <a:lstStyle/>
                    <a:p>
                      <a:r>
                        <a:rPr sz="1800">
                          <a:solidFill>
                            <a:srgbClr val="0F172A"/>
                          </a:solidFill>
                          <a:latin typeface="Noto Sans"/>
                          <a:ea typeface="Noto Sans"/>
                          <a:cs typeface="Noto Sans"/>
                        </a:rPr>
                        <a:t>Durable commit</a:t>
                      </a:r>
                    </a:p>
                  </a:txBody>
                  <a:tcPr marL="171450" marR="171450" marT="133350" marB="133350" anchor="ctr">
                    <a:solidFill>
                      <a:srgbClr val="F8FAFC"/>
                    </a:solidFill>
                  </a:tcPr>
                </a:tc>
                <a:tc>
                  <a:txBody>
                    <a:bodyPr/>
                    <a:lstStyle/>
                    <a:p>
                      <a:r>
                        <a:rPr sz="1800">
                          <a:solidFill>
                            <a:srgbClr val="0F172A"/>
                          </a:solidFill>
                          <a:latin typeface="Noto Sans"/>
                          <a:ea typeface="Noto Sans"/>
                          <a:cs typeface="Noto Sans"/>
                        </a:rPr>
                        <a:t>Submission + receipt + outbox + writer check</a:t>
                      </a:r>
                    </a:p>
                  </a:txBody>
                  <a:tcPr marL="171450" marR="171450" marT="133350" marB="133350" anchor="ctr">
                    <a:solidFill>
                      <a:srgbClr val="F8FAFC"/>
                    </a:solidFill>
                  </a:tcPr>
                </a:tc>
                <a:tc>
                  <a:txBody>
                    <a:bodyPr/>
                    <a:lstStyle/>
                    <a:p>
                      <a:r>
                        <a:rPr sz="1800">
                          <a:solidFill>
                            <a:srgbClr val="0F172A"/>
                          </a:solidFill>
                          <a:latin typeface="Noto Sans"/>
                          <a:ea typeface="Noto Sans"/>
                          <a:cs typeface="Noto Sans"/>
                        </a:rPr>
                        <a:t>One accepted final submission</a:t>
                      </a:r>
                    </a:p>
                  </a:txBody>
                  <a:tcPr marL="171450" marR="171450" marT="133350" marB="133350" anchor="ctr">
                    <a:solidFill>
                      <a:srgbClr val="F8FAFC"/>
                    </a:solidFill>
                  </a:tcPr>
                </a:tc>
              </a:tr>
              <a:tr h="851535">
                <a:tc>
                  <a:txBody>
                    <a:bodyPr/>
                    <a:lstStyle/>
                    <a:p>
                      <a:r>
                        <a:rPr sz="1800">
                          <a:solidFill>
                            <a:srgbClr val="0F172A"/>
                          </a:solidFill>
                          <a:latin typeface="Noto Sans"/>
                          <a:ea typeface="Noto Sans"/>
                          <a:cs typeface="Noto Sans"/>
                        </a:rPr>
                        <a:t>Response lost</a:t>
                      </a:r>
                    </a:p>
                  </a:txBody>
                  <a:tcPr marL="171450" marR="171450" marT="133350" marB="133350" anchor="ctr">
                    <a:solidFill>
                      <a:srgbClr val="FFFFFF"/>
                    </a:solidFill>
                  </a:tcPr>
                </a:tc>
                <a:tc>
                  <a:txBody>
                    <a:bodyPr/>
                    <a:lstStyle/>
                    <a:p>
                      <a:r>
                        <a:rPr sz="1800">
                          <a:solidFill>
                            <a:srgbClr val="0F172A"/>
                          </a:solidFill>
                          <a:latin typeface="Noto Sans"/>
                          <a:ea typeface="Noto Sans"/>
                          <a:cs typeface="Noto Sans"/>
                        </a:rPr>
                        <a:t>Exact retry returns the stored receipt</a:t>
                      </a:r>
                    </a:p>
                  </a:txBody>
                  <a:tcPr marL="171450" marR="171450" marT="133350" marB="133350" anchor="ctr">
                    <a:solidFill>
                      <a:srgbClr val="FFFFFF"/>
                    </a:solidFill>
                  </a:tcPr>
                </a:tc>
                <a:tc>
                  <a:txBody>
                    <a:bodyPr/>
                    <a:lstStyle/>
                    <a:p>
                      <a:r>
                        <a:rPr sz="1800">
                          <a:solidFill>
                            <a:srgbClr val="0F172A"/>
                          </a:solidFill>
                          <a:latin typeface="Noto Sans"/>
                          <a:ea typeface="Noto Sans"/>
                          <a:cs typeface="Noto Sans"/>
                        </a:rPr>
                        <a:t>Same ID and commit time</a:t>
                      </a:r>
                    </a:p>
                  </a:txBody>
                  <a:tcPr marL="171450" marR="171450" marT="133350" marB="133350" anchor="ctr">
                    <a:solidFill>
                      <a:srgbClr val="FFFFFF"/>
                    </a:solidFill>
                  </a:tcPr>
                </a:tc>
              </a:tr>
              <a:tr h="851535">
                <a:tc>
                  <a:txBody>
                    <a:bodyPr/>
                    <a:lstStyle/>
                    <a:p>
                      <a:r>
                        <a:rPr sz="1800">
                          <a:solidFill>
                            <a:srgbClr val="0F172A"/>
                          </a:solidFill>
                          <a:latin typeface="Noto Sans"/>
                          <a:ea typeface="Noto Sans"/>
                          <a:cs typeface="Noto Sans"/>
                        </a:rPr>
                        <a:t>Answers changed</a:t>
                      </a:r>
                    </a:p>
                  </a:txBody>
                  <a:tcPr marL="171450" marR="171450" marT="133350" marB="133350" anchor="ctr">
                    <a:solidFill>
                      <a:srgbClr val="F8FAFC"/>
                    </a:solidFill>
                  </a:tcPr>
                </a:tc>
                <a:tc>
                  <a:txBody>
                    <a:bodyPr/>
                    <a:lstStyle/>
                    <a:p>
                      <a:r>
                        <a:rPr sz="1800">
                          <a:solidFill>
                            <a:srgbClr val="0F172A"/>
                          </a:solidFill>
                          <a:latin typeface="Noto Sans"/>
                          <a:ea typeface="Noto Sans"/>
                          <a:cs typeface="Noto Sans"/>
                        </a:rPr>
                        <a:t>Same ID with another payload is rejected</a:t>
                      </a:r>
                    </a:p>
                  </a:txBody>
                  <a:tcPr marL="171450" marR="171450" marT="133350" marB="133350" anchor="ctr">
                    <a:solidFill>
                      <a:srgbClr val="F8FAFC"/>
                    </a:solidFill>
                  </a:tcPr>
                </a:tc>
                <a:tc>
                  <a:txBody>
                    <a:bodyPr/>
                    <a:lstStyle/>
                    <a:p>
                      <a:r>
                        <a:rPr sz="1800">
                          <a:solidFill>
                            <a:srgbClr val="0F172A"/>
                          </a:solidFill>
                          <a:latin typeface="Noto Sans"/>
                          <a:ea typeface="Noto Sans"/>
                          <a:cs typeface="Noto Sans"/>
                        </a:rPr>
                        <a:t>HTTP 409 conflict</a:t>
                      </a:r>
                    </a:p>
                  </a:txBody>
                  <a:tcPr marL="171450" marR="171450" marT="133350" marB="133350" anchor="ctr">
                    <a:solidFill>
                      <a:srgbClr val="F8FAFC"/>
                    </a:solidFill>
                  </a:tcPr>
                </a:tc>
              </a:tr>
            </a:tbl>
          </a:graphicData>
        </a:graphic>
      </p:graphicFrame>
      <p:sp>
        <p:nvSpPr>
          <p:cNvPr id="4" name="">
            <a:extLst xmlns:a="http://schemas.openxmlformats.org/drawingml/2006/main">
              <a:ext uri="{FF2B5EF4-FFF2-40B4-BE49-F238E27FC236}">
                <a16:creationId xmlns:a16="http://schemas.microsoft.com/office/drawing/2014/main" id="{6C39620B-7987-433D-A846-0B921E4AA4A7}"/>
              </a:ext>
            </a:extLst>
          </p:cNvPr>
          <p:cNvSpPr>
            <a:spLocks xmlns:a="http://schemas.openxmlformats.org/drawingml/2006/main" noGrp="1"/>
          </p:cNvSpPr>
          <p:nvPr/>
        </p:nvSpPr>
        <p:spPr>
          <a:xfrm xmlns:a="http://schemas.openxmlformats.org/drawingml/2006/main">
            <a:off x="685800" y="60007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75569"/>
                </a:solidFill>
                <a:latin typeface="Noto Sans"/>
                <a:ea typeface="Noto Sans"/>
                <a:cs typeface="Noto Sans"/>
              </a:defRPr>
            </a:defPPr>
          </a:lstStyle>
          <a:p xmlns:a="http://schemas.openxmlformats.org/drawingml/2006/main">
            <a:pPr>
              <a:defRPr sz="1875" b="0">
                <a:solidFill>
                  <a:srgbClr val="475569"/>
                </a:solidFill>
                <a:latin typeface="Noto Sans"/>
                <a:ea typeface="Noto Sans"/>
                <a:cs typeface="Noto Sans"/>
              </a:defRPr>
            </a:pPr>
            <a:r>
              <a:rPr sz="1875" b="0">
                <a:solidFill>
                  <a:srgbClr val="475569"/>
                </a:solidFill>
                <a:latin typeface="Noto Sans"/>
                <a:ea typeface="Noto Sans"/>
                <a:cs typeface="Noto Sans"/>
              </a:rPr>
              <a:t>Exact replay can recover a committed receipt after the exam closes.</a:t>
            </a:r>
          </a:p>
        </p:txBody>
      </p:sp>
    </p:spTree>
    <p:extLst>
      <p:ext uri="{BB962C8B-B14F-4D97-AF65-F5344CB8AC3E}">
        <p14:creationId xmlns:p14="http://schemas.microsoft.com/office/powerpoint/2010/main" val="17553576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C3FDF4-B6A5-4745-A2FC-F40C4ED5E5F8}"/>
              </a:ext>
            </a:extLst>
          </p:cNvPr>
          <p:cNvSpPr>
            <a:spLocks xmlns:a="http://schemas.openxmlformats.org/drawingml/2006/main" noGrp="1"/>
          </p:cNvSpPr>
          <p:nvPr/>
        </p:nvSpPr>
        <p:spPr>
          <a:xfrm xmlns:a="http://schemas.openxmlformats.org/drawingml/2006/main">
            <a:off x="685800" y="4762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F172A"/>
                </a:solidFill>
                <a:latin typeface="Noto Sans"/>
                <a:ea typeface="Noto Sans"/>
                <a:cs typeface="Noto Sans"/>
              </a:defRPr>
            </a:defPPr>
          </a:lstStyle>
          <a:p xmlns:a="http://schemas.openxmlformats.org/drawingml/2006/main">
            <a:pPr>
              <a:defRPr sz="3300" b="1">
                <a:solidFill>
                  <a:srgbClr val="0F172A"/>
                </a:solidFill>
                <a:latin typeface="Noto Sans"/>
                <a:ea typeface="Noto Sans"/>
                <a:cs typeface="Noto Sans"/>
              </a:defRPr>
            </a:pPr>
            <a:r>
              <a:rPr sz="3300" b="1">
                <a:solidFill>
                  <a:srgbClr val="0F172A"/>
                </a:solidFill>
                <a:latin typeface="Noto Sans"/>
                <a:ea typeface="Noto Sans"/>
                <a:cs typeface="Noto Sans"/>
              </a:rPr>
              <a:t>AWS instance-stop rehearsal</a:t>
            </a:r>
          </a:p>
        </p:txBody>
      </p:sp>
      <p:sp>
        <p:nvSpPr>
          <p:cNvPr id="2" name="">
            <a:extLst xmlns:a="http://schemas.openxmlformats.org/drawingml/2006/main">
              <a:ext uri="{FF2B5EF4-FFF2-40B4-BE49-F238E27FC236}">
                <a16:creationId xmlns:a16="http://schemas.microsoft.com/office/drawing/2014/main" id="{91CF2925-6144-4121-B96E-AAC59FE8D4D7}"/>
              </a:ext>
            </a:extLst>
          </p:cNvPr>
          <p:cNvSpPr>
            <a:spLocks xmlns:a="http://schemas.openxmlformats.org/drawingml/2006/main" noGrp="1"/>
          </p:cNvSpPr>
          <p:nvPr/>
        </p:nvSpPr>
        <p:spPr>
          <a:xfrm xmlns:a="http://schemas.openxmlformats.org/drawingml/2006/main">
            <a:off x="10801350" y="6429375"/>
            <a:ext cx="714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475569"/>
                </a:solidFill>
                <a:latin typeface="Noto Sans"/>
                <a:ea typeface="Noto Sans"/>
                <a:cs typeface="Noto Sans"/>
              </a:defRPr>
            </a:defPPr>
          </a:lstStyle>
          <a:p xmlns:a="http://schemas.openxmlformats.org/drawingml/2006/main">
            <a:pPr>
              <a:defRPr sz="1275" b="0">
                <a:solidFill>
                  <a:srgbClr val="475569"/>
                </a:solidFill>
                <a:latin typeface="Noto Sans"/>
                <a:ea typeface="Noto Sans"/>
                <a:cs typeface="Noto Sans"/>
              </a:defRPr>
            </a:pPr>
            <a:r>
              <a:rPr sz="1275" b="0">
                <a:solidFill>
                  <a:srgbClr val="475569"/>
                </a:solidFill>
                <a:latin typeface="Noto Sans"/>
                <a:ea typeface="Noto Sans"/>
                <a:cs typeface="Noto Sans"/>
              </a:rPr>
              <a:t>6 / 9</a:t>
            </a:r>
          </a:p>
        </p:txBody>
      </p:sp>
      <p:pic>
        <p:nvPicPr>
          <p:cNvPr id="3" name="">
            <a:extLst xmlns:a="http://schemas.openxmlformats.org/drawingml/2006/main">
              <a:ext uri="{FF2B5EF4-FFF2-40B4-BE49-F238E27FC236}">
                <a16:creationId xmlns:a16="http://schemas.microsoft.com/office/drawing/2014/main" id="{67E570BC-3143-4554-BF29-0892B4CE0063}"/>
              </a:ext>
            </a:extLst>
          </p:cNvPr>
          <p:cNvPicPr>
            <a:picLocks xmlns:a="http://schemas.openxmlformats.org/drawingml/2006/main" noChangeAspect="1"/>
          </p:cNvPicPr>
          <p:nvPr/>
        </p:nvPicPr>
        <p:blipFill>
          <a:blip xmlns:r="http://schemas.openxmlformats.org/officeDocument/2006/relationships" xmlns:a="http://schemas.openxmlformats.org/drawingml/2006/main" r:embed="R09fb977d1c2d4d3f"/>
          <a:stretch xmlns:a="http://schemas.openxmlformats.org/drawingml/2006/main"/>
        </p:blipFill>
        <p:spPr>
          <a:xfrm xmlns:a="http://schemas.openxmlformats.org/drawingml/2006/main">
            <a:off x="685800" y="1487686"/>
            <a:ext cx="8020050" cy="451127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808BDC1-311D-49AB-8483-545745A2A2B5}"/>
              </a:ext>
            </a:extLst>
          </p:cNvPr>
          <p:cNvSpPr>
            <a:spLocks xmlns:a="http://schemas.openxmlformats.org/drawingml/2006/main" noGrp="1"/>
          </p:cNvSpPr>
          <p:nvPr/>
        </p:nvSpPr>
        <p:spPr>
          <a:xfrm xmlns:a="http://schemas.openxmlformats.org/drawingml/2006/main">
            <a:off x="9096375" y="1581150"/>
            <a:ext cx="245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2563EB"/>
                </a:solidFill>
                <a:latin typeface="Noto Sans"/>
                <a:ea typeface="Noto Sans"/>
                <a:cs typeface="Noto Sans"/>
              </a:defRPr>
            </a:defPPr>
          </a:lstStyle>
          <a:p xmlns:a="http://schemas.openxmlformats.org/drawingml/2006/main">
            <a:pPr>
              <a:defRPr sz="3225" b="1">
                <a:solidFill>
                  <a:srgbClr val="2563EB"/>
                </a:solidFill>
                <a:latin typeface="Noto Sans"/>
                <a:ea typeface="Noto Sans"/>
                <a:cs typeface="Noto Sans"/>
              </a:defRPr>
            </a:pPr>
            <a:r>
              <a:rPr sz="3225" b="1">
                <a:solidFill>
                  <a:srgbClr val="2563EB"/>
                </a:solidFill>
                <a:latin typeface="Noto Sans"/>
                <a:ea typeface="Noto Sans"/>
                <a:cs typeface="Noto Sans"/>
              </a:rPr>
              <a:t>50.472 s</a:t>
            </a:r>
          </a:p>
        </p:txBody>
      </p:sp>
      <p:sp>
        <p:nvSpPr>
          <p:cNvPr id="5" name="">
            <a:extLst xmlns:a="http://schemas.openxmlformats.org/drawingml/2006/main">
              <a:ext uri="{FF2B5EF4-FFF2-40B4-BE49-F238E27FC236}">
                <a16:creationId xmlns:a16="http://schemas.microsoft.com/office/drawing/2014/main" id="{2B97F716-2FA8-472E-A34B-BAA128136119}"/>
              </a:ext>
            </a:extLst>
          </p:cNvPr>
          <p:cNvSpPr>
            <a:spLocks xmlns:a="http://schemas.openxmlformats.org/drawingml/2006/main" noGrp="1"/>
          </p:cNvSpPr>
          <p:nvPr/>
        </p:nvSpPr>
        <p:spPr>
          <a:xfrm xmlns:a="http://schemas.openxmlformats.org/drawingml/2006/main">
            <a:off x="9096375" y="2257425"/>
            <a:ext cx="24574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0F172A"/>
                </a:solidFill>
                <a:latin typeface="Noto Sans"/>
                <a:ea typeface="Noto Sans"/>
                <a:cs typeface="Noto Sans"/>
              </a:defRPr>
            </a:defPPr>
          </a:lstStyle>
          <a:p xmlns:a="http://schemas.openxmlformats.org/drawingml/2006/main">
            <a:pPr>
              <a:defRPr sz="1800" b="0">
                <a:solidFill>
                  <a:srgbClr val="0F172A"/>
                </a:solidFill>
                <a:latin typeface="Noto Sans"/>
                <a:ea typeface="Noto Sans"/>
                <a:cs typeface="Noto Sans"/>
              </a:defRPr>
            </a:pPr>
            <a:r>
              <a:rPr sz="1800" b="0">
                <a:solidFill>
                  <a:srgbClr val="0F172A"/>
                </a:solidFill>
                <a:latin typeface="Noto Sans"/>
                <a:ea typeface="Noto Sans"/>
                <a:cs typeface="Noto Sans"/>
              </a:rPr>
              <a:t>Fault action to observed</a:t>
            </a:r>
          </a:p>
          <a:p xmlns:a="http://schemas.openxmlformats.org/drawingml/2006/main">
            <a:pPr>
              <a:defRPr sz="1800" b="0">
                <a:solidFill>
                  <a:srgbClr val="0F172A"/>
                </a:solidFill>
                <a:latin typeface="Noto Sans"/>
                <a:ea typeface="Noto Sans"/>
                <a:cs typeface="Noto Sans"/>
              </a:defRPr>
            </a:pPr>
            <a:r>
              <a:rPr sz="1800" b="0">
                <a:solidFill>
                  <a:srgbClr val="0F172A"/>
                </a:solidFill>
                <a:latin typeface="Noto Sans"/>
                <a:ea typeface="Noto Sans"/>
                <a:cs typeface="Noto Sans"/>
              </a:rPr>
              <a:t>health + reconciliation</a:t>
            </a:r>
          </a:p>
        </p:txBody>
      </p:sp>
      <p:sp>
        <p:nvSpPr>
          <p:cNvPr id="6" name="">
            <a:extLst xmlns:a="http://schemas.openxmlformats.org/drawingml/2006/main">
              <a:ext uri="{FF2B5EF4-FFF2-40B4-BE49-F238E27FC236}">
                <a16:creationId xmlns:a16="http://schemas.microsoft.com/office/drawing/2014/main" id="{C6FB2BF0-55AE-4414-8521-8956B644FE64}"/>
              </a:ext>
            </a:extLst>
          </p:cNvPr>
          <p:cNvSpPr>
            <a:spLocks xmlns:a="http://schemas.openxmlformats.org/drawingml/2006/main" noGrp="1"/>
          </p:cNvSpPr>
          <p:nvPr/>
        </p:nvSpPr>
        <p:spPr>
          <a:xfrm xmlns:a="http://schemas.openxmlformats.org/drawingml/2006/main">
            <a:off x="9096375" y="3676650"/>
            <a:ext cx="24574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0F172A"/>
                </a:solidFill>
                <a:latin typeface="Noto Sans"/>
                <a:ea typeface="Noto Sans"/>
                <a:cs typeface="Noto Sans"/>
              </a:defRPr>
            </a:defPPr>
          </a:lstStyle>
          <a:p xmlns:a="http://schemas.openxmlformats.org/drawingml/2006/main">
            <a:pPr>
              <a:defRPr sz="2925" b="1">
                <a:solidFill>
                  <a:srgbClr val="0F172A"/>
                </a:solidFill>
                <a:latin typeface="Noto Sans"/>
                <a:ea typeface="Noto Sans"/>
                <a:cs typeface="Noto Sans"/>
              </a:defRPr>
            </a:pPr>
            <a:r>
              <a:rPr sz="2925" b="1">
                <a:solidFill>
                  <a:srgbClr val="0F172A"/>
                </a:solidFill>
                <a:latin typeface="Noto Sans"/>
                <a:ea typeface="Noto Sans"/>
                <a:cs typeface="Noto Sans"/>
              </a:rPr>
              <a:t>23.713 s</a:t>
            </a:r>
          </a:p>
        </p:txBody>
      </p:sp>
      <p:sp>
        <p:nvSpPr>
          <p:cNvPr id="7" name="">
            <a:extLst xmlns:a="http://schemas.openxmlformats.org/drawingml/2006/main">
              <a:ext uri="{FF2B5EF4-FFF2-40B4-BE49-F238E27FC236}">
                <a16:creationId xmlns:a16="http://schemas.microsoft.com/office/drawing/2014/main" id="{FE3AE8C3-7643-40C9-B0ED-3D7EFAE24696}"/>
              </a:ext>
            </a:extLst>
          </p:cNvPr>
          <p:cNvSpPr>
            <a:spLocks xmlns:a="http://schemas.openxmlformats.org/drawingml/2006/main" noGrp="1"/>
          </p:cNvSpPr>
          <p:nvPr/>
        </p:nvSpPr>
        <p:spPr>
          <a:xfrm xmlns:a="http://schemas.openxmlformats.org/drawingml/2006/main">
            <a:off x="9096375" y="4333875"/>
            <a:ext cx="2457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475569"/>
                </a:solidFill>
                <a:latin typeface="Noto Sans"/>
                <a:ea typeface="Noto Sans"/>
                <a:cs typeface="Noto Sans"/>
              </a:defRPr>
            </a:defPPr>
          </a:lstStyle>
          <a:p xmlns:a="http://schemas.openxmlformats.org/drawingml/2006/main">
            <a:pPr>
              <a:defRPr sz="1800" b="0">
                <a:solidFill>
                  <a:srgbClr val="475569"/>
                </a:solidFill>
                <a:latin typeface="Noto Sans"/>
                <a:ea typeface="Noto Sans"/>
                <a:cs typeface="Noto Sans"/>
              </a:defRPr>
            </a:pPr>
            <a:r>
              <a:rPr sz="1800" b="0">
                <a:solidFill>
                  <a:srgbClr val="475569"/>
                </a:solidFill>
                <a:latin typeface="Noto Sans"/>
                <a:ea typeface="Noto Sans"/>
                <a:cs typeface="Noto Sans"/>
              </a:rPr>
              <a:t>Monitor check cycle</a:t>
            </a:r>
          </a:p>
          <a:p xmlns:a="http://schemas.openxmlformats.org/drawingml/2006/main">
            <a:pPr>
              <a:defRPr sz="1800" b="0">
                <a:solidFill>
                  <a:srgbClr val="475569"/>
                </a:solidFill>
                <a:latin typeface="Noto Sans"/>
                <a:ea typeface="Noto Sans"/>
                <a:cs typeface="Noto Sans"/>
              </a:defRPr>
            </a:pPr>
            <a:r>
              <a:rPr sz="1800" b="0">
                <a:solidFill>
                  <a:srgbClr val="475569"/>
                </a:solidFill>
                <a:latin typeface="Noto Sans"/>
                <a:ea typeface="Noto Sans"/>
                <a:cs typeface="Noto Sans"/>
              </a:rPr>
              <a:t>to public verification</a:t>
            </a:r>
          </a:p>
        </p:txBody>
      </p:sp>
      <p:sp>
        <p:nvSpPr>
          <p:cNvPr id="8" name="">
            <a:extLst xmlns:a="http://schemas.openxmlformats.org/drawingml/2006/main">
              <a:ext uri="{FF2B5EF4-FFF2-40B4-BE49-F238E27FC236}">
                <a16:creationId xmlns:a16="http://schemas.microsoft.com/office/drawing/2014/main" id="{00134813-912F-4670-99F2-24D6A30A0652}"/>
              </a:ext>
            </a:extLst>
          </p:cNvPr>
          <p:cNvSpPr>
            <a:spLocks xmlns:a="http://schemas.openxmlformats.org/drawingml/2006/main" noGrp="1"/>
          </p:cNvSpPr>
          <p:nvPr/>
        </p:nvSpPr>
        <p:spPr>
          <a:xfrm xmlns:a="http://schemas.openxmlformats.org/drawingml/2006/main">
            <a:off x="685800" y="617220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475569"/>
                </a:solidFill>
                <a:latin typeface="Noto Sans"/>
                <a:ea typeface="Noto Sans"/>
                <a:cs typeface="Noto Sans"/>
              </a:defRPr>
            </a:defPPr>
          </a:lstStyle>
          <a:p xmlns:a="http://schemas.openxmlformats.org/drawingml/2006/main">
            <a:pPr>
              <a:defRPr sz="1500" b="0">
                <a:solidFill>
                  <a:srgbClr val="475569"/>
                </a:solidFill>
                <a:latin typeface="Noto Sans"/>
                <a:ea typeface="Noto Sans"/>
                <a:cs typeface="Noto Sans"/>
              </a:defRPr>
            </a:pPr>
            <a:r>
              <a:rPr sz="1500" b="0">
                <a:solidFill>
                  <a:srgbClr val="475569"/>
                </a:solidFill>
                <a:latin typeface="Noto Sans"/>
                <a:ea typeface="Noto Sans"/>
                <a:cs typeface="Noto Sans"/>
              </a:rPr>
              <a:t>One bounded Sydney rehearsal · 10 October 2026</a:t>
            </a:r>
          </a:p>
        </p:txBody>
      </p:sp>
    </p:spTree>
    <p:extLst>
      <p:ext uri="{BB962C8B-B14F-4D97-AF65-F5344CB8AC3E}">
        <p14:creationId xmlns:p14="http://schemas.microsoft.com/office/powerpoint/2010/main" val="10735197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C5DB9F5-49E8-485F-9CD3-3C8E58E12173}"/>
              </a:ext>
            </a:extLst>
          </p:cNvPr>
          <p:cNvSpPr>
            <a:spLocks xmlns:a="http://schemas.openxmlformats.org/drawingml/2006/main" noGrp="1"/>
          </p:cNvSpPr>
          <p:nvPr/>
        </p:nvSpPr>
        <p:spPr>
          <a:xfrm xmlns:a="http://schemas.openxmlformats.org/drawingml/2006/main">
            <a:off x="685800" y="4762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F172A"/>
                </a:solidFill>
                <a:latin typeface="Noto Sans"/>
                <a:ea typeface="Noto Sans"/>
                <a:cs typeface="Noto Sans"/>
              </a:defRPr>
            </a:defPPr>
          </a:lstStyle>
          <a:p xmlns:a="http://schemas.openxmlformats.org/drawingml/2006/main">
            <a:pPr>
              <a:defRPr sz="3300" b="1">
                <a:solidFill>
                  <a:srgbClr val="0F172A"/>
                </a:solidFill>
                <a:latin typeface="Noto Sans"/>
                <a:ea typeface="Noto Sans"/>
                <a:cs typeface="Noto Sans"/>
              </a:defRPr>
            </a:pPr>
            <a:r>
              <a:rPr sz="3300" b="1">
                <a:solidFill>
                  <a:srgbClr val="0F172A"/>
                </a:solidFill>
                <a:latin typeface="Noto Sans"/>
                <a:ea typeface="Noto Sans"/>
                <a:cs typeface="Noto Sans"/>
              </a:rPr>
              <a:t>Cost choices and trade-offs</a:t>
            </a:r>
          </a:p>
        </p:txBody>
      </p:sp>
      <p:sp>
        <p:nvSpPr>
          <p:cNvPr id="2" name="">
            <a:extLst xmlns:a="http://schemas.openxmlformats.org/drawingml/2006/main">
              <a:ext uri="{FF2B5EF4-FFF2-40B4-BE49-F238E27FC236}">
                <a16:creationId xmlns:a16="http://schemas.microsoft.com/office/drawing/2014/main" id="{CE223DE3-8748-46C8-B83D-B34916008C0A}"/>
              </a:ext>
            </a:extLst>
          </p:cNvPr>
          <p:cNvSpPr>
            <a:spLocks xmlns:a="http://schemas.openxmlformats.org/drawingml/2006/main" noGrp="1"/>
          </p:cNvSpPr>
          <p:nvPr/>
        </p:nvSpPr>
        <p:spPr>
          <a:xfrm xmlns:a="http://schemas.openxmlformats.org/drawingml/2006/main">
            <a:off x="10801350" y="6429375"/>
            <a:ext cx="714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475569"/>
                </a:solidFill>
                <a:latin typeface="Noto Sans"/>
                <a:ea typeface="Noto Sans"/>
                <a:cs typeface="Noto Sans"/>
              </a:defRPr>
            </a:defPPr>
          </a:lstStyle>
          <a:p xmlns:a="http://schemas.openxmlformats.org/drawingml/2006/main">
            <a:pPr>
              <a:defRPr sz="1275" b="0">
                <a:solidFill>
                  <a:srgbClr val="475569"/>
                </a:solidFill>
                <a:latin typeface="Noto Sans"/>
                <a:ea typeface="Noto Sans"/>
                <a:cs typeface="Noto Sans"/>
              </a:defRPr>
            </a:pPr>
            <a:r>
              <a:rPr sz="1275" b="0">
                <a:solidFill>
                  <a:srgbClr val="475569"/>
                </a:solidFill>
                <a:latin typeface="Noto Sans"/>
                <a:ea typeface="Noto Sans"/>
                <a:cs typeface="Noto Sans"/>
              </a:rPr>
              <a:t>7 / 9</a:t>
            </a:r>
          </a:p>
        </p:txBody>
      </p:sp>
      <p:graphicFrame>
        <p:nvGraphicFramePr>
          <p:cNvPr id="3" name="">
            <a:extLst xmlns:a="http://schemas.openxmlformats.org/drawingml/2006/main">
              <a:ext uri="{FF2B5EF4-FFF2-40B4-BE49-F238E27FC236}">
                <a16:creationId xmlns:a16="http://schemas.microsoft.com/office/drawing/2014/main" id="{218B13A5-26CD-42C8-93B8-3067003E8E65}"/>
              </a:ext>
            </a:extLst>
          </p:cNvPr>
          <p:cNvGraphicFramePr/>
          <p:nvPr/>
        </p:nvGraphicFramePr>
        <p:xfrm>
          <a:off xmlns:a="http://schemas.openxmlformats.org/drawingml/2006/main" x="685800" y="1504950"/>
          <a:ext xmlns:a="http://schemas.openxmlformats.org/drawingml/2006/main" cx="10820400" cy="4238625"/>
        </p:xfrm>
        <a:graphic xmlns:a="http://schemas.openxmlformats.org/drawingml/2006/main">
          <a:graphicData uri="http://schemas.openxmlformats.org/drawingml/2006/table">
            <a:tbl>
              <a:tblPr/>
              <a:tblGrid>
                <a:gridCol w="2428875"/>
                <a:gridCol w="4171950"/>
                <a:gridCol w="4219575"/>
              </a:tblGrid>
              <a:tr h="847725">
                <a:tc>
                  <a:txBody>
                    <a:bodyPr/>
                    <a:lstStyle/>
                    <a:p>
                      <a:r>
                        <a:rPr sz="1800" b="1">
                          <a:solidFill>
                            <a:srgbClr val="FFFFFF"/>
                          </a:solidFill>
                          <a:latin typeface="Noto Sans"/>
                          <a:ea typeface="Noto Sans"/>
                          <a:cs typeface="Noto Sans"/>
                        </a:rPr>
                        <a:t>Choice</a:t>
                      </a:r>
                    </a:p>
                  </a:txBody>
                  <a:tcPr marL="171450" marR="171450" marT="133350" marB="133350" anchor="ctr">
                    <a:solidFill>
                      <a:srgbClr val="0F172A"/>
                    </a:solidFill>
                  </a:tcPr>
                </a:tc>
                <a:tc>
                  <a:txBody>
                    <a:bodyPr/>
                    <a:lstStyle/>
                    <a:p>
                      <a:r>
                        <a:rPr sz="1800" b="1">
                          <a:solidFill>
                            <a:srgbClr val="FFFFFF"/>
                          </a:solidFill>
                          <a:latin typeface="Noto Sans"/>
                          <a:ea typeface="Noto Sans"/>
                          <a:cs typeface="Noto Sans"/>
                        </a:rPr>
                        <a:t>Credit conservation</a:t>
                      </a:r>
                    </a:p>
                  </a:txBody>
                  <a:tcPr marL="171450" marR="171450" marT="133350" marB="133350" anchor="ctr">
                    <a:solidFill>
                      <a:srgbClr val="0F172A"/>
                    </a:solidFill>
                  </a:tcPr>
                </a:tc>
                <a:tc>
                  <a:txBody>
                    <a:bodyPr/>
                    <a:lstStyle/>
                    <a:p>
                      <a:r>
                        <a:rPr sz="1800" b="1">
                          <a:solidFill>
                            <a:srgbClr val="FFFFFF"/>
                          </a:solidFill>
                          <a:latin typeface="Noto Sans"/>
                          <a:ea typeface="Noto Sans"/>
                          <a:cs typeface="Noto Sans"/>
                        </a:rPr>
                        <a:t>Trade-off</a:t>
                      </a:r>
                    </a:p>
                  </a:txBody>
                  <a:tcPr marL="171450" marR="171450" marT="133350" marB="133350" anchor="ctr">
                    <a:solidFill>
                      <a:srgbClr val="0F172A"/>
                    </a:solidFill>
                  </a:tcPr>
                </a:tc>
              </a:tr>
              <a:tr h="847725">
                <a:tc>
                  <a:txBody>
                    <a:bodyPr/>
                    <a:lstStyle/>
                    <a:p>
                      <a:r>
                        <a:rPr sz="1800">
                          <a:solidFill>
                            <a:srgbClr val="0F172A"/>
                          </a:solidFill>
                          <a:latin typeface="Noto Sans"/>
                          <a:ea typeface="Noto Sans"/>
                          <a:cs typeface="Noto Sans"/>
                        </a:rPr>
                        <a:t>Two EC2 nodes</a:t>
                      </a:r>
                    </a:p>
                  </a:txBody>
                  <a:tcPr marL="171450" marR="171450" marT="133350" marB="133350" anchor="ctr">
                    <a:solidFill>
                      <a:srgbClr val="FFFFFF"/>
                    </a:solidFill>
                  </a:tcPr>
                </a:tc>
                <a:tc>
                  <a:txBody>
                    <a:bodyPr/>
                    <a:lstStyle/>
                    <a:p>
                      <a:r>
                        <a:rPr sz="1800">
                          <a:solidFill>
                            <a:srgbClr val="0F172A"/>
                          </a:solidFill>
                          <a:latin typeface="Noto Sans"/>
                          <a:ea typeface="Noto Sans"/>
                          <a:cs typeface="Noto Sans"/>
                        </a:rPr>
                        <a:t>Stop between rehearsals</a:t>
                      </a:r>
                    </a:p>
                  </a:txBody>
                  <a:tcPr marL="171450" marR="171450" marT="133350" marB="133350" anchor="ctr">
                    <a:solidFill>
                      <a:srgbClr val="FFFFFF"/>
                    </a:solidFill>
                  </a:tcPr>
                </a:tc>
                <a:tc>
                  <a:txBody>
                    <a:bodyPr/>
                    <a:lstStyle/>
                    <a:p>
                      <a:r>
                        <a:rPr sz="1800">
                          <a:solidFill>
                            <a:srgbClr val="0F172A"/>
                          </a:solidFill>
                          <a:latin typeface="Noto Sans"/>
                          <a:ea typeface="Noto Sans"/>
                          <a:cs typeface="Noto Sans"/>
                        </a:rPr>
                        <a:t>Retained EBS storage remains</a:t>
                      </a:r>
                    </a:p>
                  </a:txBody>
                  <a:tcPr marL="171450" marR="171450" marT="133350" marB="133350" anchor="ctr">
                    <a:solidFill>
                      <a:srgbClr val="FFFFFF"/>
                    </a:solidFill>
                  </a:tcPr>
                </a:tc>
              </a:tr>
              <a:tr h="847725">
                <a:tc>
                  <a:txBody>
                    <a:bodyPr/>
                    <a:lstStyle/>
                    <a:p>
                      <a:r>
                        <a:rPr sz="1800">
                          <a:solidFill>
                            <a:srgbClr val="0F172A"/>
                          </a:solidFill>
                          <a:latin typeface="Noto Sans"/>
                          <a:ea typeface="Noto Sans"/>
                          <a:cs typeface="Noto Sans"/>
                        </a:rPr>
                        <a:t>Custom HTTP router</a:t>
                      </a:r>
                    </a:p>
                  </a:txBody>
                  <a:tcPr marL="171450" marR="171450" marT="133350" marB="133350" anchor="ctr">
                    <a:solidFill>
                      <a:srgbClr val="F8FAFC"/>
                    </a:solidFill>
                  </a:tcPr>
                </a:tc>
                <a:tc>
                  <a:txBody>
                    <a:bodyPr/>
                    <a:lstStyle/>
                    <a:p>
                      <a:r>
                        <a:rPr sz="1800">
                          <a:solidFill>
                            <a:srgbClr val="0F172A"/>
                          </a:solidFill>
                          <a:latin typeface="Noto Sans"/>
                          <a:ea typeface="Noto Sans"/>
                          <a:cs typeface="Noto Sans"/>
                        </a:rPr>
                        <a:t>No always-on ALB or bought domain</a:t>
                      </a:r>
                    </a:p>
                  </a:txBody>
                  <a:tcPr marL="171450" marR="171450" marT="133350" marB="133350" anchor="ctr">
                    <a:solidFill>
                      <a:srgbClr val="F8FAFC"/>
                    </a:solidFill>
                  </a:tcPr>
                </a:tc>
                <a:tc>
                  <a:txBody>
                    <a:bodyPr/>
                    <a:lstStyle/>
                    <a:p>
                      <a:r>
                        <a:rPr sz="1800">
                          <a:solidFill>
                            <a:srgbClr val="0F172A"/>
                          </a:solidFill>
                          <a:latin typeface="Noto Sans"/>
                          <a:ea typeface="Noto Sans"/>
                          <a:cs typeface="Noto Sans"/>
                        </a:rPr>
                        <a:t>Request charges, latency and limits</a:t>
                      </a:r>
                    </a:p>
                  </a:txBody>
                  <a:tcPr marL="171450" marR="171450" marT="133350" marB="133350" anchor="ctr">
                    <a:solidFill>
                      <a:srgbClr val="F8FAFC"/>
                    </a:solidFill>
                  </a:tcPr>
                </a:tc>
              </a:tr>
              <a:tr h="847725">
                <a:tc>
                  <a:txBody>
                    <a:bodyPr/>
                    <a:lstStyle/>
                    <a:p>
                      <a:r>
                        <a:rPr sz="1800">
                          <a:solidFill>
                            <a:srgbClr val="0F172A"/>
                          </a:solidFill>
                          <a:latin typeface="Noto Sans"/>
                          <a:ea typeface="Noto Sans"/>
                          <a:cs typeface="Noto Sans"/>
                        </a:rPr>
                        <a:t>Regional DynamoDB</a:t>
                      </a:r>
                    </a:p>
                  </a:txBody>
                  <a:tcPr marL="171450" marR="171450" marT="133350" marB="133350" anchor="ctr">
                    <a:solidFill>
                      <a:srgbClr val="FFFFFF"/>
                    </a:solidFill>
                  </a:tcPr>
                </a:tc>
                <a:tc>
                  <a:txBody>
                    <a:bodyPr/>
                    <a:lstStyle/>
                    <a:p>
                      <a:r>
                        <a:rPr sz="1800">
                          <a:solidFill>
                            <a:srgbClr val="0F172A"/>
                          </a:solidFill>
                          <a:latin typeface="Noto Sans"/>
                          <a:ea typeface="Noto Sans"/>
                          <a:cs typeface="Noto Sans"/>
                        </a:rPr>
                        <a:t>No replica promotion or cross-Region traffic</a:t>
                      </a:r>
                    </a:p>
                  </a:txBody>
                  <a:tcPr marL="171450" marR="171450" marT="133350" marB="133350" anchor="ctr">
                    <a:solidFill>
                      <a:srgbClr val="FFFFFF"/>
                    </a:solidFill>
                  </a:tcPr>
                </a:tc>
                <a:tc>
                  <a:txBody>
                    <a:bodyPr/>
                    <a:lstStyle/>
                    <a:p>
                      <a:r>
                        <a:rPr sz="1800">
                          <a:solidFill>
                            <a:srgbClr val="0F172A"/>
                          </a:solidFill>
                          <a:latin typeface="Noto Sans"/>
                          <a:ea typeface="Noto Sans"/>
                          <a:cs typeface="Noto Sans"/>
                        </a:rPr>
                        <a:t>Shared regional dependency</a:t>
                      </a:r>
                    </a:p>
                  </a:txBody>
                  <a:tcPr marL="171450" marR="171450" marT="133350" marB="133350" anchor="ctr">
                    <a:solidFill>
                      <a:srgbClr val="FFFFFF"/>
                    </a:solidFill>
                  </a:tcPr>
                </a:tc>
              </a:tr>
              <a:tr h="847725">
                <a:tc>
                  <a:txBody>
                    <a:bodyPr/>
                    <a:lstStyle/>
                    <a:p>
                      <a:r>
                        <a:rPr sz="1800">
                          <a:solidFill>
                            <a:srgbClr val="0F172A"/>
                          </a:solidFill>
                          <a:latin typeface="Noto Sans"/>
                          <a:ea typeface="Noto Sans"/>
                          <a:cs typeface="Noto Sans"/>
                        </a:rPr>
                        <a:t>Local rehearsal</a:t>
                      </a:r>
                    </a:p>
                  </a:txBody>
                  <a:tcPr marL="171450" marR="171450" marT="133350" marB="133350" anchor="ctr">
                    <a:solidFill>
                      <a:srgbClr val="F8FAFC"/>
                    </a:solidFill>
                  </a:tcPr>
                </a:tc>
                <a:tc>
                  <a:txBody>
                    <a:bodyPr/>
                    <a:lstStyle/>
                    <a:p>
                      <a:r>
                        <a:rPr sz="1800">
                          <a:solidFill>
                            <a:srgbClr val="0F172A"/>
                          </a:solidFill>
                          <a:latin typeface="Noto Sans"/>
                          <a:ea typeface="Noto Sans"/>
                          <a:cs typeface="Noto Sans"/>
                        </a:rPr>
                        <a:t>Practice without AWS requests</a:t>
                      </a:r>
                    </a:p>
                  </a:txBody>
                  <a:tcPr marL="171450" marR="171450" marT="133350" marB="133350" anchor="ctr">
                    <a:solidFill>
                      <a:srgbClr val="F8FAFC"/>
                    </a:solidFill>
                  </a:tcPr>
                </a:tc>
                <a:tc>
                  <a:txBody>
                    <a:bodyPr/>
                    <a:lstStyle/>
                    <a:p>
                      <a:r>
                        <a:rPr sz="1800">
                          <a:solidFill>
                            <a:srgbClr val="0F172A"/>
                          </a:solidFill>
                          <a:latin typeface="Noto Sans"/>
                          <a:ea typeface="Noto Sans"/>
                          <a:cs typeface="Noto Sans"/>
                        </a:rPr>
                        <a:t>One process; limited fault boundary</a:t>
                      </a:r>
                    </a:p>
                  </a:txBody>
                  <a:tcPr marL="171450" marR="171450" marT="133350" marB="133350" anchor="ctr">
                    <a:solidFill>
                      <a:srgbClr val="F8FAFC"/>
                    </a:solidFill>
                  </a:tcPr>
                </a:tc>
              </a:tr>
            </a:tbl>
          </a:graphicData>
        </a:graphic>
      </p:graphicFrame>
      <p:sp>
        <p:nvSpPr>
          <p:cNvPr id="4" name="">
            <a:extLst xmlns:a="http://schemas.openxmlformats.org/drawingml/2006/main">
              <a:ext uri="{FF2B5EF4-FFF2-40B4-BE49-F238E27FC236}">
                <a16:creationId xmlns:a16="http://schemas.microsoft.com/office/drawing/2014/main" id="{C4860DCA-7450-4D40-A561-B070183C99F8}"/>
              </a:ext>
            </a:extLst>
          </p:cNvPr>
          <p:cNvSpPr>
            <a:spLocks xmlns:a="http://schemas.openxmlformats.org/drawingml/2006/main" noGrp="1"/>
          </p:cNvSpPr>
          <p:nvPr/>
        </p:nvSpPr>
        <p:spPr>
          <a:xfrm xmlns:a="http://schemas.openxmlformats.org/drawingml/2006/main">
            <a:off x="685800" y="60293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75569"/>
                </a:solidFill>
                <a:latin typeface="Noto Sans"/>
                <a:ea typeface="Noto Sans"/>
                <a:cs typeface="Noto Sans"/>
              </a:defRPr>
            </a:defPPr>
          </a:lstStyle>
          <a:p xmlns:a="http://schemas.openxmlformats.org/drawingml/2006/main">
            <a:pPr>
              <a:defRPr sz="1875" b="0">
                <a:solidFill>
                  <a:srgbClr val="475569"/>
                </a:solidFill>
                <a:latin typeface="Noto Sans"/>
                <a:ea typeface="Noto Sans"/>
                <a:cs typeface="Noto Sans"/>
              </a:defRPr>
            </a:pPr>
            <a:r>
              <a:rPr sz="1875" b="0">
                <a:solidFill>
                  <a:srgbClr val="475569"/>
                </a:solidFill>
                <a:latin typeface="Noto Sans"/>
                <a:ea typeface="Noto Sans"/>
                <a:cs typeface="Noto Sans"/>
              </a:rPr>
              <a:t>Free plan retained · Pausing compute does not delete storage</a:t>
            </a:r>
          </a:p>
        </p:txBody>
      </p:sp>
    </p:spTree>
    <p:extLst>
      <p:ext uri="{BB962C8B-B14F-4D97-AF65-F5344CB8AC3E}">
        <p14:creationId xmlns:p14="http://schemas.microsoft.com/office/powerpoint/2010/main" val="111245316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0B2593-A62A-4121-A387-97618608B500}"/>
              </a:ext>
            </a:extLst>
          </p:cNvPr>
          <p:cNvSpPr>
            <a:spLocks xmlns:a="http://schemas.openxmlformats.org/drawingml/2006/main" noGrp="1"/>
          </p:cNvSpPr>
          <p:nvPr/>
        </p:nvSpPr>
        <p:spPr>
          <a:xfrm xmlns:a="http://schemas.openxmlformats.org/drawingml/2006/main">
            <a:off x="685800" y="4762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F172A"/>
                </a:solidFill>
                <a:latin typeface="Noto Sans"/>
                <a:ea typeface="Noto Sans"/>
                <a:cs typeface="Noto Sans"/>
              </a:defRPr>
            </a:defPPr>
          </a:lstStyle>
          <a:p xmlns:a="http://schemas.openxmlformats.org/drawingml/2006/main">
            <a:pPr>
              <a:defRPr sz="3300" b="1">
                <a:solidFill>
                  <a:srgbClr val="0F172A"/>
                </a:solidFill>
                <a:latin typeface="Noto Sans"/>
                <a:ea typeface="Noto Sans"/>
                <a:cs typeface="Noto Sans"/>
              </a:defRPr>
            </a:pPr>
            <a:r>
              <a:rPr sz="3300" b="1">
                <a:solidFill>
                  <a:srgbClr val="0F172A"/>
                </a:solidFill>
                <a:latin typeface="Noto Sans"/>
                <a:ea typeface="Noto Sans"/>
                <a:cs typeface="Noto Sans"/>
              </a:rPr>
              <a:t>Live demonstration</a:t>
            </a:r>
          </a:p>
        </p:txBody>
      </p:sp>
      <p:sp>
        <p:nvSpPr>
          <p:cNvPr id="2" name="">
            <a:extLst xmlns:a="http://schemas.openxmlformats.org/drawingml/2006/main">
              <a:ext uri="{FF2B5EF4-FFF2-40B4-BE49-F238E27FC236}">
                <a16:creationId xmlns:a16="http://schemas.microsoft.com/office/drawing/2014/main" id="{4E9234E5-B741-4144-B7F8-C5FE1BA58420}"/>
              </a:ext>
            </a:extLst>
          </p:cNvPr>
          <p:cNvSpPr>
            <a:spLocks xmlns:a="http://schemas.openxmlformats.org/drawingml/2006/main" noGrp="1"/>
          </p:cNvSpPr>
          <p:nvPr/>
        </p:nvSpPr>
        <p:spPr>
          <a:xfrm xmlns:a="http://schemas.openxmlformats.org/drawingml/2006/main">
            <a:off x="10801350" y="6429375"/>
            <a:ext cx="714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475569"/>
                </a:solidFill>
                <a:latin typeface="Noto Sans"/>
                <a:ea typeface="Noto Sans"/>
                <a:cs typeface="Noto Sans"/>
              </a:defRPr>
            </a:defPPr>
          </a:lstStyle>
          <a:p xmlns:a="http://schemas.openxmlformats.org/drawingml/2006/main">
            <a:pPr>
              <a:defRPr sz="1275" b="0">
                <a:solidFill>
                  <a:srgbClr val="475569"/>
                </a:solidFill>
                <a:latin typeface="Noto Sans"/>
                <a:ea typeface="Noto Sans"/>
                <a:cs typeface="Noto Sans"/>
              </a:defRPr>
            </a:pPr>
            <a:r>
              <a:rPr sz="1275" b="0">
                <a:solidFill>
                  <a:srgbClr val="475569"/>
                </a:solidFill>
                <a:latin typeface="Noto Sans"/>
                <a:ea typeface="Noto Sans"/>
                <a:cs typeface="Noto Sans"/>
              </a:rPr>
              <a:t>8 / 9</a:t>
            </a:r>
          </a:p>
        </p:txBody>
      </p:sp>
      <p:sp>
        <p:nvSpPr>
          <p:cNvPr id="3" name="">
            <a:extLst xmlns:a="http://schemas.openxmlformats.org/drawingml/2006/main">
              <a:ext uri="{FF2B5EF4-FFF2-40B4-BE49-F238E27FC236}">
                <a16:creationId xmlns:a16="http://schemas.microsoft.com/office/drawing/2014/main" id="{55910B8A-9A60-406B-A7C5-F86EEBA09111}"/>
              </a:ext>
            </a:extLst>
          </p:cNvPr>
          <p:cNvSpPr>
            <a:spLocks xmlns:a="http://schemas.openxmlformats.org/drawingml/2006/main" noGrp="1"/>
          </p:cNvSpPr>
          <p:nvPr/>
        </p:nvSpPr>
        <p:spPr>
          <a:xfrm xmlns:a="http://schemas.openxmlformats.org/drawingml/2006/main">
            <a:off x="685800" y="147637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563EB"/>
                </a:solidFill>
                <a:latin typeface="Noto Sans"/>
                <a:ea typeface="Noto Sans"/>
                <a:cs typeface="Noto Sans"/>
              </a:defRPr>
            </a:defPPr>
          </a:lstStyle>
          <a:p xmlns:a="http://schemas.openxmlformats.org/drawingml/2006/main">
            <a:pPr>
              <a:defRPr sz="2100" b="1">
                <a:solidFill>
                  <a:srgbClr val="2563EB"/>
                </a:solidFill>
                <a:latin typeface="Noto Sans"/>
                <a:ea typeface="Noto Sans"/>
                <a:cs typeface="Noto Sans"/>
              </a:defRPr>
            </a:pPr>
            <a:r>
              <a:rPr sz="2100" b="1">
                <a:solidFill>
                  <a:srgbClr val="2563EB"/>
                </a:solidFill>
                <a:latin typeface="Noto Sans"/>
                <a:ea typeface="Noto Sans"/>
                <a:cs typeface="Noto Sans"/>
              </a:rPr>
              <a:t>0:00–1:00</a:t>
            </a:r>
          </a:p>
        </p:txBody>
      </p:sp>
      <p:sp>
        <p:nvSpPr>
          <p:cNvPr id="4" name="">
            <a:extLst xmlns:a="http://schemas.openxmlformats.org/drawingml/2006/main">
              <a:ext uri="{FF2B5EF4-FFF2-40B4-BE49-F238E27FC236}">
                <a16:creationId xmlns:a16="http://schemas.microsoft.com/office/drawing/2014/main" id="{5A44B27E-9712-4C29-8FBE-CD979FFEECC5}"/>
              </a:ext>
            </a:extLst>
          </p:cNvPr>
          <p:cNvSpPr>
            <a:spLocks xmlns:a="http://schemas.openxmlformats.org/drawingml/2006/main" noGrp="1"/>
          </p:cNvSpPr>
          <p:nvPr/>
        </p:nvSpPr>
        <p:spPr>
          <a:xfrm xmlns:a="http://schemas.openxmlformats.org/drawingml/2006/main">
            <a:off x="3048000" y="1476375"/>
            <a:ext cx="8458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F172A"/>
                </a:solidFill>
                <a:latin typeface="Noto Sans"/>
                <a:ea typeface="Noto Sans"/>
                <a:cs typeface="Noto Sans"/>
              </a:defRPr>
            </a:defPPr>
          </a:lstStyle>
          <a:p xmlns:a="http://schemas.openxmlformats.org/drawingml/2006/main">
            <a:pPr>
              <a:defRPr sz="2175" b="1">
                <a:solidFill>
                  <a:srgbClr val="0F172A"/>
                </a:solidFill>
                <a:latin typeface="Noto Sans"/>
                <a:ea typeface="Noto Sans"/>
                <a:cs typeface="Noto Sans"/>
              </a:defRPr>
            </a:pPr>
            <a:r>
              <a:rPr sz="2175" b="1">
                <a:solidFill>
                  <a:srgbClr val="0F172A"/>
                </a:solidFill>
                <a:latin typeface="Noto Sans"/>
                <a:ea typeface="Noto Sans"/>
                <a:cs typeface="Noto Sans"/>
              </a:rPr>
              <a:t>Baseline</a:t>
            </a:r>
          </a:p>
        </p:txBody>
      </p:sp>
      <p:sp>
        <p:nvSpPr>
          <p:cNvPr id="5" name="">
            <a:extLst xmlns:a="http://schemas.openxmlformats.org/drawingml/2006/main">
              <a:ext uri="{FF2B5EF4-FFF2-40B4-BE49-F238E27FC236}">
                <a16:creationId xmlns:a16="http://schemas.microsoft.com/office/drawing/2014/main" id="{43F33B36-A1B9-47F0-9EFA-B29B3565DC54}"/>
              </a:ext>
            </a:extLst>
          </p:cNvPr>
          <p:cNvSpPr>
            <a:spLocks xmlns:a="http://schemas.openxmlformats.org/drawingml/2006/main" noGrp="1"/>
          </p:cNvSpPr>
          <p:nvPr/>
        </p:nvSpPr>
        <p:spPr>
          <a:xfrm xmlns:a="http://schemas.openxmlformats.org/drawingml/2006/main">
            <a:off x="3048000" y="1885950"/>
            <a:ext cx="8458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475569"/>
                </a:solidFill>
                <a:latin typeface="Noto Sans"/>
                <a:ea typeface="Noto Sans"/>
                <a:cs typeface="Noto Sans"/>
              </a:defRPr>
            </a:defPPr>
          </a:lstStyle>
          <a:p xmlns:a="http://schemas.openxmlformats.org/drawingml/2006/main">
            <a:pPr>
              <a:defRPr sz="1800" b="0">
                <a:solidFill>
                  <a:srgbClr val="475569"/>
                </a:solidFill>
                <a:latin typeface="Noto Sans"/>
                <a:ea typeface="Noto Sans"/>
                <a:cs typeface="Noto Sans"/>
              </a:defRPr>
            </a:pPr>
            <a:r>
              <a:rPr sz="1800" b="0">
                <a:solidFill>
                  <a:srgbClr val="475569"/>
                </a:solidFill>
                <a:latin typeface="Noto Sans"/>
                <a:ea typeface="Noto Sans"/>
                <a:cs typeface="Noto Sans"/>
              </a:rPr>
              <a:t>Timer visible; A active; B ready; current epoch shown.</a:t>
            </a:r>
          </a:p>
        </p:txBody>
      </p:sp>
      <p:sp>
        <p:nvSpPr>
          <p:cNvPr id="6" name="">
            <a:extLst xmlns:a="http://schemas.openxmlformats.org/drawingml/2006/main">
              <a:ext uri="{FF2B5EF4-FFF2-40B4-BE49-F238E27FC236}">
                <a16:creationId xmlns:a16="http://schemas.microsoft.com/office/drawing/2014/main" id="{E9B96167-8E62-4B48-A087-59ECEBA8E697}"/>
              </a:ext>
            </a:extLst>
          </p:cNvPr>
          <p:cNvSpPr>
            <a:spLocks xmlns:a="http://schemas.openxmlformats.org/drawingml/2006/main" noGrp="1"/>
          </p:cNvSpPr>
          <p:nvPr/>
        </p:nvSpPr>
        <p:spPr>
          <a:xfrm xmlns:a="http://schemas.openxmlformats.org/drawingml/2006/main">
            <a:off x="685800" y="2362200"/>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563EB"/>
                </a:solidFill>
                <a:latin typeface="Noto Sans"/>
                <a:ea typeface="Noto Sans"/>
                <a:cs typeface="Noto Sans"/>
              </a:defRPr>
            </a:defPPr>
          </a:lstStyle>
          <a:p xmlns:a="http://schemas.openxmlformats.org/drawingml/2006/main">
            <a:pPr>
              <a:defRPr sz="2100" b="1">
                <a:solidFill>
                  <a:srgbClr val="2563EB"/>
                </a:solidFill>
                <a:latin typeface="Noto Sans"/>
                <a:ea typeface="Noto Sans"/>
                <a:cs typeface="Noto Sans"/>
              </a:defRPr>
            </a:pPr>
            <a:r>
              <a:rPr sz="2100" b="1">
                <a:solidFill>
                  <a:srgbClr val="2563EB"/>
                </a:solidFill>
                <a:latin typeface="Noto Sans"/>
                <a:ea typeface="Noto Sans"/>
                <a:cs typeface="Noto Sans"/>
              </a:rPr>
              <a:t>1:00–3:00</a:t>
            </a:r>
          </a:p>
        </p:txBody>
      </p:sp>
      <p:sp>
        <p:nvSpPr>
          <p:cNvPr id="7" name="">
            <a:extLst xmlns:a="http://schemas.openxmlformats.org/drawingml/2006/main">
              <a:ext uri="{FF2B5EF4-FFF2-40B4-BE49-F238E27FC236}">
                <a16:creationId xmlns:a16="http://schemas.microsoft.com/office/drawing/2014/main" id="{40537991-7890-4D40-A834-DE09B48462FE}"/>
              </a:ext>
            </a:extLst>
          </p:cNvPr>
          <p:cNvSpPr>
            <a:spLocks xmlns:a="http://schemas.openxmlformats.org/drawingml/2006/main" noGrp="1"/>
          </p:cNvSpPr>
          <p:nvPr/>
        </p:nvSpPr>
        <p:spPr>
          <a:xfrm xmlns:a="http://schemas.openxmlformats.org/drawingml/2006/main">
            <a:off x="3048000" y="2362200"/>
            <a:ext cx="8458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F172A"/>
                </a:solidFill>
                <a:latin typeface="Noto Sans"/>
                <a:ea typeface="Noto Sans"/>
                <a:cs typeface="Noto Sans"/>
              </a:defRPr>
            </a:defPPr>
          </a:lstStyle>
          <a:p xmlns:a="http://schemas.openxmlformats.org/drawingml/2006/main">
            <a:pPr>
              <a:defRPr sz="2175" b="1">
                <a:solidFill>
                  <a:srgbClr val="0F172A"/>
                </a:solidFill>
                <a:latin typeface="Noto Sans"/>
                <a:ea typeface="Noto Sans"/>
                <a:cs typeface="Noto Sans"/>
              </a:defRPr>
            </a:pPr>
            <a:r>
              <a:rPr sz="2175" b="1">
                <a:solidFill>
                  <a:srgbClr val="0F172A"/>
                </a:solidFill>
                <a:latin typeface="Noto Sans"/>
                <a:ea typeface="Noto Sans"/>
                <a:cs typeface="Noto Sans"/>
              </a:rPr>
              <a:t>Stop the active backend</a:t>
            </a:r>
          </a:p>
        </p:txBody>
      </p:sp>
      <p:sp>
        <p:nvSpPr>
          <p:cNvPr id="8" name="">
            <a:extLst xmlns:a="http://schemas.openxmlformats.org/drawingml/2006/main">
              <a:ext uri="{FF2B5EF4-FFF2-40B4-BE49-F238E27FC236}">
                <a16:creationId xmlns:a16="http://schemas.microsoft.com/office/drawing/2014/main" id="{3160A2CA-7E81-451D-9DC6-A6992EDCBB81}"/>
              </a:ext>
            </a:extLst>
          </p:cNvPr>
          <p:cNvSpPr>
            <a:spLocks xmlns:a="http://schemas.openxmlformats.org/drawingml/2006/main" noGrp="1"/>
          </p:cNvSpPr>
          <p:nvPr/>
        </p:nvSpPr>
        <p:spPr>
          <a:xfrm xmlns:a="http://schemas.openxmlformats.org/drawingml/2006/main">
            <a:off x="3048000" y="2771775"/>
            <a:ext cx="8458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475569"/>
                </a:solidFill>
                <a:latin typeface="Noto Sans"/>
                <a:ea typeface="Noto Sans"/>
                <a:cs typeface="Noto Sans"/>
              </a:defRPr>
            </a:defPPr>
          </a:lstStyle>
          <a:p xmlns:a="http://schemas.openxmlformats.org/drawingml/2006/main">
            <a:pPr>
              <a:defRPr sz="1800" b="0">
                <a:solidFill>
                  <a:srgbClr val="475569"/>
                </a:solidFill>
                <a:latin typeface="Noto Sans"/>
                <a:ea typeface="Noto Sans"/>
                <a:cs typeface="Noto Sans"/>
              </a:defRPr>
            </a:pPr>
            <a:r>
              <a:rPr sz="1800" b="0">
                <a:solidFill>
                  <a:srgbClr val="475569"/>
                </a:solidFill>
                <a:latin typeface="Noto Sans"/>
                <a:ea typeface="Noto Sans"/>
                <a:cs typeface="Noto Sans"/>
              </a:rPr>
              <a:t>Continue answering; observe B promotion and submit.</a:t>
            </a:r>
          </a:p>
        </p:txBody>
      </p:sp>
      <p:sp>
        <p:nvSpPr>
          <p:cNvPr id="9" name="">
            <a:extLst xmlns:a="http://schemas.openxmlformats.org/drawingml/2006/main">
              <a:ext uri="{FF2B5EF4-FFF2-40B4-BE49-F238E27FC236}">
                <a16:creationId xmlns:a16="http://schemas.microsoft.com/office/drawing/2014/main" id="{98083A91-C81D-4516-B6F1-E1F2B41FD572}"/>
              </a:ext>
            </a:extLst>
          </p:cNvPr>
          <p:cNvSpPr>
            <a:spLocks xmlns:a="http://schemas.openxmlformats.org/drawingml/2006/main" noGrp="1"/>
          </p:cNvSpPr>
          <p:nvPr/>
        </p:nvSpPr>
        <p:spPr>
          <a:xfrm xmlns:a="http://schemas.openxmlformats.org/drawingml/2006/main">
            <a:off x="685800" y="324802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563EB"/>
                </a:solidFill>
                <a:latin typeface="Noto Sans"/>
                <a:ea typeface="Noto Sans"/>
                <a:cs typeface="Noto Sans"/>
              </a:defRPr>
            </a:defPPr>
          </a:lstStyle>
          <a:p xmlns:a="http://schemas.openxmlformats.org/drawingml/2006/main">
            <a:pPr>
              <a:defRPr sz="2100" b="1">
                <a:solidFill>
                  <a:srgbClr val="2563EB"/>
                </a:solidFill>
                <a:latin typeface="Noto Sans"/>
                <a:ea typeface="Noto Sans"/>
                <a:cs typeface="Noto Sans"/>
              </a:defRPr>
            </a:pPr>
            <a:r>
              <a:rPr sz="2100" b="1">
                <a:solidFill>
                  <a:srgbClr val="2563EB"/>
                </a:solidFill>
                <a:latin typeface="Noto Sans"/>
                <a:ea typeface="Noto Sans"/>
                <a:cs typeface="Noto Sans"/>
              </a:rPr>
              <a:t>3:00–5:30</a:t>
            </a:r>
          </a:p>
        </p:txBody>
      </p:sp>
      <p:sp>
        <p:nvSpPr>
          <p:cNvPr id="10" name="">
            <a:extLst xmlns:a="http://schemas.openxmlformats.org/drawingml/2006/main">
              <a:ext uri="{FF2B5EF4-FFF2-40B4-BE49-F238E27FC236}">
                <a16:creationId xmlns:a16="http://schemas.microsoft.com/office/drawing/2014/main" id="{161E3A12-FA52-43D7-ACBC-3E2F375B3C9C}"/>
              </a:ext>
            </a:extLst>
          </p:cNvPr>
          <p:cNvSpPr>
            <a:spLocks xmlns:a="http://schemas.openxmlformats.org/drawingml/2006/main" noGrp="1"/>
          </p:cNvSpPr>
          <p:nvPr/>
        </p:nvSpPr>
        <p:spPr>
          <a:xfrm xmlns:a="http://schemas.openxmlformats.org/drawingml/2006/main">
            <a:off x="3048000" y="3248025"/>
            <a:ext cx="8458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F172A"/>
                </a:solidFill>
                <a:latin typeface="Noto Sans"/>
                <a:ea typeface="Noto Sans"/>
                <a:cs typeface="Noto Sans"/>
              </a:defRPr>
            </a:defPPr>
          </a:lstStyle>
          <a:p xmlns:a="http://schemas.openxmlformats.org/drawingml/2006/main">
            <a:pPr>
              <a:defRPr sz="2175" b="1">
                <a:solidFill>
                  <a:srgbClr val="0F172A"/>
                </a:solidFill>
                <a:latin typeface="Noto Sans"/>
                <a:ea typeface="Noto Sans"/>
                <a:cs typeface="Noto Sans"/>
              </a:defRPr>
            </a:pPr>
            <a:r>
              <a:rPr sz="2175" b="1">
                <a:solidFill>
                  <a:srgbClr val="0F172A"/>
                </a:solidFill>
                <a:latin typeface="Noto Sans"/>
                <a:ea typeface="Noto Sans"/>
                <a:cs typeface="Noto Sans"/>
              </a:rPr>
              <a:t>Lose a committed response</a:t>
            </a:r>
          </a:p>
        </p:txBody>
      </p:sp>
      <p:sp>
        <p:nvSpPr>
          <p:cNvPr id="11" name="">
            <a:extLst xmlns:a="http://schemas.openxmlformats.org/drawingml/2006/main">
              <a:ext uri="{FF2B5EF4-FFF2-40B4-BE49-F238E27FC236}">
                <a16:creationId xmlns:a16="http://schemas.microsoft.com/office/drawing/2014/main" id="{F455345B-F1EC-49CB-9B53-90562A82A208}"/>
              </a:ext>
            </a:extLst>
          </p:cNvPr>
          <p:cNvSpPr>
            <a:spLocks xmlns:a="http://schemas.openxmlformats.org/drawingml/2006/main" noGrp="1"/>
          </p:cNvSpPr>
          <p:nvPr/>
        </p:nvSpPr>
        <p:spPr>
          <a:xfrm xmlns:a="http://schemas.openxmlformats.org/drawingml/2006/main">
            <a:off x="3048000" y="3657600"/>
            <a:ext cx="8458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475569"/>
                </a:solidFill>
                <a:latin typeface="Noto Sans"/>
                <a:ea typeface="Noto Sans"/>
                <a:cs typeface="Noto Sans"/>
              </a:defRPr>
            </a:defPPr>
          </a:lstStyle>
          <a:p xmlns:a="http://schemas.openxmlformats.org/drawingml/2006/main">
            <a:pPr>
              <a:defRPr sz="1800" b="0">
                <a:solidFill>
                  <a:srgbClr val="475569"/>
                </a:solidFill>
                <a:latin typeface="Noto Sans"/>
                <a:ea typeface="Noto Sans"/>
                <a:cs typeface="Noto Sans"/>
              </a:defRPr>
            </a:pPr>
            <a:r>
              <a:rPr sz="1800" b="0">
                <a:solidFill>
                  <a:srgbClr val="475569"/>
                </a:solidFill>
                <a:latin typeface="Noto Sans"/>
                <a:ea typeface="Noto Sans"/>
                <a:cs typeface="Noto Sans"/>
              </a:rPr>
              <a:t>Retry preserves the receipt reference and commit time.</a:t>
            </a:r>
          </a:p>
        </p:txBody>
      </p:sp>
      <p:sp>
        <p:nvSpPr>
          <p:cNvPr id="12" name="">
            <a:extLst xmlns:a="http://schemas.openxmlformats.org/drawingml/2006/main">
              <a:ext uri="{FF2B5EF4-FFF2-40B4-BE49-F238E27FC236}">
                <a16:creationId xmlns:a16="http://schemas.microsoft.com/office/drawing/2014/main" id="{1108F23A-C4AA-4F21-803E-9A37FAE13156}"/>
              </a:ext>
            </a:extLst>
          </p:cNvPr>
          <p:cNvSpPr>
            <a:spLocks xmlns:a="http://schemas.openxmlformats.org/drawingml/2006/main" noGrp="1"/>
          </p:cNvSpPr>
          <p:nvPr/>
        </p:nvSpPr>
        <p:spPr>
          <a:xfrm xmlns:a="http://schemas.openxmlformats.org/drawingml/2006/main">
            <a:off x="685800" y="4133850"/>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563EB"/>
                </a:solidFill>
                <a:latin typeface="Noto Sans"/>
                <a:ea typeface="Noto Sans"/>
                <a:cs typeface="Noto Sans"/>
              </a:defRPr>
            </a:defPPr>
          </a:lstStyle>
          <a:p xmlns:a="http://schemas.openxmlformats.org/drawingml/2006/main">
            <a:pPr>
              <a:defRPr sz="2100" b="1">
                <a:solidFill>
                  <a:srgbClr val="2563EB"/>
                </a:solidFill>
                <a:latin typeface="Noto Sans"/>
                <a:ea typeface="Noto Sans"/>
                <a:cs typeface="Noto Sans"/>
              </a:defRPr>
            </a:pPr>
            <a:r>
              <a:rPr sz="2100" b="1">
                <a:solidFill>
                  <a:srgbClr val="2563EB"/>
                </a:solidFill>
                <a:latin typeface="Noto Sans"/>
                <a:ea typeface="Noto Sans"/>
                <a:cs typeface="Noto Sans"/>
              </a:rPr>
              <a:t>5:30–7:00</a:t>
            </a:r>
          </a:p>
        </p:txBody>
      </p:sp>
      <p:sp>
        <p:nvSpPr>
          <p:cNvPr id="13" name="">
            <a:extLst xmlns:a="http://schemas.openxmlformats.org/drawingml/2006/main">
              <a:ext uri="{FF2B5EF4-FFF2-40B4-BE49-F238E27FC236}">
                <a16:creationId xmlns:a16="http://schemas.microsoft.com/office/drawing/2014/main" id="{0373471B-6EA9-4908-91E6-074B8A09CA91}"/>
              </a:ext>
            </a:extLst>
          </p:cNvPr>
          <p:cNvSpPr>
            <a:spLocks xmlns:a="http://schemas.openxmlformats.org/drawingml/2006/main" noGrp="1"/>
          </p:cNvSpPr>
          <p:nvPr/>
        </p:nvSpPr>
        <p:spPr>
          <a:xfrm xmlns:a="http://schemas.openxmlformats.org/drawingml/2006/main">
            <a:off x="3048000" y="4133850"/>
            <a:ext cx="8458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F172A"/>
                </a:solidFill>
                <a:latin typeface="Noto Sans"/>
                <a:ea typeface="Noto Sans"/>
                <a:cs typeface="Noto Sans"/>
              </a:defRPr>
            </a:defPPr>
          </a:lstStyle>
          <a:p xmlns:a="http://schemas.openxmlformats.org/drawingml/2006/main">
            <a:pPr>
              <a:defRPr sz="2175" b="1">
                <a:solidFill>
                  <a:srgbClr val="0F172A"/>
                </a:solidFill>
                <a:latin typeface="Noto Sans"/>
                <a:ea typeface="Noto Sans"/>
                <a:cs typeface="Noto Sans"/>
              </a:defRPr>
            </a:pPr>
            <a:r>
              <a:rPr sz="2175" b="1">
                <a:solidFill>
                  <a:srgbClr val="0F172A"/>
                </a:solidFill>
                <a:latin typeface="Noto Sans"/>
                <a:ea typeface="Noto Sans"/>
                <a:cs typeface="Noto Sans"/>
              </a:rPr>
              <a:t>Make the standby unsafe</a:t>
            </a:r>
          </a:p>
        </p:txBody>
      </p:sp>
      <p:sp>
        <p:nvSpPr>
          <p:cNvPr id="14" name="">
            <a:extLst xmlns:a="http://schemas.openxmlformats.org/drawingml/2006/main">
              <a:ext uri="{FF2B5EF4-FFF2-40B4-BE49-F238E27FC236}">
                <a16:creationId xmlns:a16="http://schemas.microsoft.com/office/drawing/2014/main" id="{363639F2-D1CB-4084-837F-CA2FF175C662}"/>
              </a:ext>
            </a:extLst>
          </p:cNvPr>
          <p:cNvSpPr>
            <a:spLocks xmlns:a="http://schemas.openxmlformats.org/drawingml/2006/main" noGrp="1"/>
          </p:cNvSpPr>
          <p:nvPr/>
        </p:nvSpPr>
        <p:spPr>
          <a:xfrm xmlns:a="http://schemas.openxmlformats.org/drawingml/2006/main">
            <a:off x="3048000" y="4543425"/>
            <a:ext cx="8458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475569"/>
                </a:solidFill>
                <a:latin typeface="Noto Sans"/>
                <a:ea typeface="Noto Sans"/>
                <a:cs typeface="Noto Sans"/>
              </a:defRPr>
            </a:defPPr>
          </a:lstStyle>
          <a:p xmlns:a="http://schemas.openxmlformats.org/drawingml/2006/main">
            <a:pPr>
              <a:defRPr sz="1800" b="0">
                <a:solidFill>
                  <a:srgbClr val="475569"/>
                </a:solidFill>
                <a:latin typeface="Noto Sans"/>
                <a:ea typeface="Noto Sans"/>
                <a:cs typeface="Noto Sans"/>
              </a:defRPr>
            </a:pPr>
            <a:r>
              <a:rPr sz="1800" b="0">
                <a:solidFill>
                  <a:srgbClr val="475569"/>
                </a:solidFill>
                <a:latin typeface="Noto Sans"/>
                <a:ea typeface="Noto Sans"/>
                <a:cs typeface="Noto Sans"/>
              </a:rPr>
              <a:t>Promotion is suppressed; route and epoch stay unchanged.</a:t>
            </a:r>
          </a:p>
        </p:txBody>
      </p:sp>
      <p:sp>
        <p:nvSpPr>
          <p:cNvPr id="15" name="">
            <a:extLst xmlns:a="http://schemas.openxmlformats.org/drawingml/2006/main">
              <a:ext uri="{FF2B5EF4-FFF2-40B4-BE49-F238E27FC236}">
                <a16:creationId xmlns:a16="http://schemas.microsoft.com/office/drawing/2014/main" id="{E5FCA1F7-B901-47E2-AA50-600BDB130BCF}"/>
              </a:ext>
            </a:extLst>
          </p:cNvPr>
          <p:cNvSpPr>
            <a:spLocks xmlns:a="http://schemas.openxmlformats.org/drawingml/2006/main" noGrp="1"/>
          </p:cNvSpPr>
          <p:nvPr/>
        </p:nvSpPr>
        <p:spPr>
          <a:xfrm xmlns:a="http://schemas.openxmlformats.org/drawingml/2006/main">
            <a:off x="685800" y="5019675"/>
            <a:ext cx="200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563EB"/>
                </a:solidFill>
                <a:latin typeface="Noto Sans"/>
                <a:ea typeface="Noto Sans"/>
                <a:cs typeface="Noto Sans"/>
              </a:defRPr>
            </a:defPPr>
          </a:lstStyle>
          <a:p xmlns:a="http://schemas.openxmlformats.org/drawingml/2006/main">
            <a:pPr>
              <a:defRPr sz="2100" b="1">
                <a:solidFill>
                  <a:srgbClr val="2563EB"/>
                </a:solidFill>
                <a:latin typeface="Noto Sans"/>
                <a:ea typeface="Noto Sans"/>
                <a:cs typeface="Noto Sans"/>
              </a:defRPr>
            </a:pPr>
            <a:r>
              <a:rPr sz="2100" b="1">
                <a:solidFill>
                  <a:srgbClr val="2563EB"/>
                </a:solidFill>
                <a:latin typeface="Noto Sans"/>
                <a:ea typeface="Noto Sans"/>
                <a:cs typeface="Noto Sans"/>
              </a:rPr>
              <a:t>7:00–8:00</a:t>
            </a:r>
          </a:p>
        </p:txBody>
      </p:sp>
      <p:sp>
        <p:nvSpPr>
          <p:cNvPr id="16" name="">
            <a:extLst xmlns:a="http://schemas.openxmlformats.org/drawingml/2006/main">
              <a:ext uri="{FF2B5EF4-FFF2-40B4-BE49-F238E27FC236}">
                <a16:creationId xmlns:a16="http://schemas.microsoft.com/office/drawing/2014/main" id="{E9C82CF7-D98B-4C3F-B6BF-9A4614FB8004}"/>
              </a:ext>
            </a:extLst>
          </p:cNvPr>
          <p:cNvSpPr>
            <a:spLocks xmlns:a="http://schemas.openxmlformats.org/drawingml/2006/main" noGrp="1"/>
          </p:cNvSpPr>
          <p:nvPr/>
        </p:nvSpPr>
        <p:spPr>
          <a:xfrm xmlns:a="http://schemas.openxmlformats.org/drawingml/2006/main">
            <a:off x="3048000" y="5019675"/>
            <a:ext cx="8458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F172A"/>
                </a:solidFill>
                <a:latin typeface="Noto Sans"/>
                <a:ea typeface="Noto Sans"/>
                <a:cs typeface="Noto Sans"/>
              </a:defRPr>
            </a:defPPr>
          </a:lstStyle>
          <a:p xmlns:a="http://schemas.openxmlformats.org/drawingml/2006/main">
            <a:pPr>
              <a:defRPr sz="2175" b="1">
                <a:solidFill>
                  <a:srgbClr val="0F172A"/>
                </a:solidFill>
                <a:latin typeface="Noto Sans"/>
                <a:ea typeface="Noto Sans"/>
                <a:cs typeface="Noto Sans"/>
              </a:defRPr>
            </a:pPr>
            <a:r>
              <a:rPr sz="2175" b="1">
                <a:solidFill>
                  <a:srgbClr val="0F172A"/>
                </a:solidFill>
                <a:latin typeface="Noto Sans"/>
                <a:ea typeface="Noto Sans"/>
                <a:cs typeface="Noto Sans"/>
              </a:rPr>
              <a:t>Explain cost and scope</a:t>
            </a:r>
          </a:p>
        </p:txBody>
      </p:sp>
      <p:sp>
        <p:nvSpPr>
          <p:cNvPr id="17" name="">
            <a:extLst xmlns:a="http://schemas.openxmlformats.org/drawingml/2006/main">
              <a:ext uri="{FF2B5EF4-FFF2-40B4-BE49-F238E27FC236}">
                <a16:creationId xmlns:a16="http://schemas.microsoft.com/office/drawing/2014/main" id="{7FA72EEC-2F1F-46D6-9D21-7E42C5564088}"/>
              </a:ext>
            </a:extLst>
          </p:cNvPr>
          <p:cNvSpPr>
            <a:spLocks xmlns:a="http://schemas.openxmlformats.org/drawingml/2006/main" noGrp="1"/>
          </p:cNvSpPr>
          <p:nvPr/>
        </p:nvSpPr>
        <p:spPr>
          <a:xfrm xmlns:a="http://schemas.openxmlformats.org/drawingml/2006/main">
            <a:off x="3048000" y="5429250"/>
            <a:ext cx="8458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475569"/>
                </a:solidFill>
                <a:latin typeface="Noto Sans"/>
                <a:ea typeface="Noto Sans"/>
                <a:cs typeface="Noto Sans"/>
              </a:defRPr>
            </a:defPPr>
          </a:lstStyle>
          <a:p xmlns:a="http://schemas.openxmlformats.org/drawingml/2006/main">
            <a:pPr>
              <a:defRPr sz="1800" b="0">
                <a:solidFill>
                  <a:srgbClr val="475569"/>
                </a:solidFill>
                <a:latin typeface="Noto Sans"/>
                <a:ea typeface="Noto Sans"/>
                <a:cs typeface="Noto Sans"/>
              </a:defRPr>
            </a:pPr>
            <a:r>
              <a:rPr sz="1800" b="0">
                <a:solidFill>
                  <a:srgbClr val="475569"/>
                </a:solidFill>
                <a:latin typeface="Noto Sans"/>
                <a:ea typeface="Noto Sans"/>
                <a:cs typeface="Noto Sans"/>
              </a:rPr>
              <a:t>Show the footprint, pause command and recovery boundary.</a:t>
            </a:r>
          </a:p>
        </p:txBody>
      </p:sp>
    </p:spTree>
    <p:extLst>
      <p:ext uri="{BB962C8B-B14F-4D97-AF65-F5344CB8AC3E}">
        <p14:creationId xmlns:p14="http://schemas.microsoft.com/office/powerpoint/2010/main" val="67705591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ED8EF69-B0FB-40F5-948D-D11976F4AFF2}"/>
              </a:ext>
            </a:extLst>
          </p:cNvPr>
          <p:cNvSpPr>
            <a:spLocks xmlns:a="http://schemas.openxmlformats.org/drawingml/2006/main" noGrp="1"/>
          </p:cNvSpPr>
          <p:nvPr/>
        </p:nvSpPr>
        <p:spPr>
          <a:xfrm xmlns:a="http://schemas.openxmlformats.org/drawingml/2006/main">
            <a:off x="685800" y="4762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F172A"/>
                </a:solidFill>
                <a:latin typeface="Noto Sans"/>
                <a:ea typeface="Noto Sans"/>
                <a:cs typeface="Noto Sans"/>
              </a:defRPr>
            </a:defPPr>
          </a:lstStyle>
          <a:p xmlns:a="http://schemas.openxmlformats.org/drawingml/2006/main">
            <a:pPr>
              <a:defRPr sz="3300" b="1">
                <a:solidFill>
                  <a:srgbClr val="0F172A"/>
                </a:solidFill>
                <a:latin typeface="Noto Sans"/>
                <a:ea typeface="Noto Sans"/>
                <a:cs typeface="Noto Sans"/>
              </a:defRPr>
            </a:pPr>
            <a:r>
              <a:rPr sz="3300" b="1">
                <a:solidFill>
                  <a:srgbClr val="0F172A"/>
                </a:solidFill>
                <a:latin typeface="Noto Sans"/>
                <a:ea typeface="Noto Sans"/>
                <a:cs typeface="Noto Sans"/>
              </a:rPr>
              <a:t>Evaluation and recovery boundary</a:t>
            </a:r>
          </a:p>
        </p:txBody>
      </p:sp>
      <p:sp>
        <p:nvSpPr>
          <p:cNvPr id="2" name="">
            <a:extLst xmlns:a="http://schemas.openxmlformats.org/drawingml/2006/main">
              <a:ext uri="{FF2B5EF4-FFF2-40B4-BE49-F238E27FC236}">
                <a16:creationId xmlns:a16="http://schemas.microsoft.com/office/drawing/2014/main" id="{7EE552F2-5BB0-47FB-9B23-E6DFD82EB40E}"/>
              </a:ext>
            </a:extLst>
          </p:cNvPr>
          <p:cNvSpPr>
            <a:spLocks xmlns:a="http://schemas.openxmlformats.org/drawingml/2006/main" noGrp="1"/>
          </p:cNvSpPr>
          <p:nvPr/>
        </p:nvSpPr>
        <p:spPr>
          <a:xfrm xmlns:a="http://schemas.openxmlformats.org/drawingml/2006/main">
            <a:off x="10801350" y="6429375"/>
            <a:ext cx="7143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475569"/>
                </a:solidFill>
                <a:latin typeface="Noto Sans"/>
                <a:ea typeface="Noto Sans"/>
                <a:cs typeface="Noto Sans"/>
              </a:defRPr>
            </a:defPPr>
          </a:lstStyle>
          <a:p xmlns:a="http://schemas.openxmlformats.org/drawingml/2006/main">
            <a:pPr>
              <a:defRPr sz="1275" b="0">
                <a:solidFill>
                  <a:srgbClr val="475569"/>
                </a:solidFill>
                <a:latin typeface="Noto Sans"/>
                <a:ea typeface="Noto Sans"/>
                <a:cs typeface="Noto Sans"/>
              </a:defRPr>
            </a:pPr>
            <a:r>
              <a:rPr sz="1275" b="0">
                <a:solidFill>
                  <a:srgbClr val="475569"/>
                </a:solidFill>
                <a:latin typeface="Noto Sans"/>
                <a:ea typeface="Noto Sans"/>
                <a:cs typeface="Noto Sans"/>
              </a:rPr>
              <a:t>9 / 9</a:t>
            </a:r>
          </a:p>
        </p:txBody>
      </p:sp>
      <p:sp>
        <p:nvSpPr>
          <p:cNvPr id="3" name="">
            <a:extLst xmlns:a="http://schemas.openxmlformats.org/drawingml/2006/main">
              <a:ext uri="{FF2B5EF4-FFF2-40B4-BE49-F238E27FC236}">
                <a16:creationId xmlns:a16="http://schemas.microsoft.com/office/drawing/2014/main" id="{AB5D8FFE-4720-454F-8427-D880B636996C}"/>
              </a:ext>
            </a:extLst>
          </p:cNvPr>
          <p:cNvSpPr>
            <a:spLocks xmlns:a="http://schemas.openxmlformats.org/drawingml/2006/main" noGrp="1"/>
          </p:cNvSpPr>
          <p:nvPr/>
        </p:nvSpPr>
        <p:spPr>
          <a:xfrm xmlns:a="http://schemas.openxmlformats.org/drawingml/2006/main">
            <a:off x="685800" y="1562100"/>
            <a:ext cx="5191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563EB"/>
                </a:solidFill>
                <a:latin typeface="Noto Sans"/>
                <a:ea typeface="Noto Sans"/>
                <a:cs typeface="Noto Sans"/>
              </a:defRPr>
            </a:defPPr>
          </a:lstStyle>
          <a:p xmlns:a="http://schemas.openxmlformats.org/drawingml/2006/main">
            <a:pPr>
              <a:defRPr sz="2400" b="1">
                <a:solidFill>
                  <a:srgbClr val="2563EB"/>
                </a:solidFill>
                <a:latin typeface="Noto Sans"/>
                <a:ea typeface="Noto Sans"/>
                <a:cs typeface="Noto Sans"/>
              </a:defRPr>
            </a:pPr>
            <a:r>
              <a:rPr sz="2400" b="1">
                <a:solidFill>
                  <a:srgbClr val="2563EB"/>
                </a:solidFill>
                <a:latin typeface="Noto Sans"/>
                <a:ea typeface="Noto Sans"/>
                <a:cs typeface="Noto Sans"/>
              </a:rPr>
              <a:t>Demonstrated behavior</a:t>
            </a:r>
          </a:p>
        </p:txBody>
      </p:sp>
      <p:sp>
        <p:nvSpPr>
          <p:cNvPr id="4" name="">
            <a:extLst xmlns:a="http://schemas.openxmlformats.org/drawingml/2006/main">
              <a:ext uri="{FF2B5EF4-FFF2-40B4-BE49-F238E27FC236}">
                <a16:creationId xmlns:a16="http://schemas.microsoft.com/office/drawing/2014/main" id="{55CB0C8A-7E5F-4F2C-B664-18E11724949F}"/>
              </a:ext>
            </a:extLst>
          </p:cNvPr>
          <p:cNvSpPr>
            <a:spLocks xmlns:a="http://schemas.openxmlformats.org/drawingml/2006/main" noGrp="1"/>
          </p:cNvSpPr>
          <p:nvPr/>
        </p:nvSpPr>
        <p:spPr>
          <a:xfrm xmlns:a="http://schemas.openxmlformats.org/drawingml/2006/main">
            <a:off x="685800" y="2266950"/>
            <a:ext cx="5191125" cy="3400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0F172A"/>
                </a:solidFill>
                <a:latin typeface="Noto Sans"/>
                <a:ea typeface="Noto Sans"/>
                <a:cs typeface="Noto Sans"/>
              </a:defRPr>
            </a:defPPr>
          </a:lstStyle>
          <a:p xmlns:a="http://schemas.openxmlformats.org/drawingml/2006/main">
            <a:pPr>
              <a:defRPr sz="2025" b="0">
                <a:solidFill>
                  <a:srgbClr val="0F172A"/>
                </a:solidFill>
                <a:latin typeface="Noto Sans"/>
                <a:ea typeface="Noto Sans"/>
                <a:cs typeface="Noto Sans"/>
              </a:defRPr>
            </a:pPr>
            <a:r>
              <a:rPr sz="2025" b="0">
                <a:solidFill>
                  <a:srgbClr val="0F172A"/>
                </a:solidFill>
                <a:latin typeface="Noto Sans"/>
                <a:ea typeface="Noto Sans"/>
                <a:cs typeface="Noto Sans"/>
              </a:rPr>
              <a:t>A → B recovery after a real EC2 stop</a:t>
            </a:r>
          </a:p>
          <a:p xmlns:a="http://schemas.openxmlformats.org/drawingml/2006/main">
            <a:r>
              <a:t/>
            </a:r>
          </a:p>
          <a:p xmlns:a="http://schemas.openxmlformats.org/drawingml/2006/main">
            <a:pPr>
              <a:defRPr sz="2025" b="0">
                <a:solidFill>
                  <a:srgbClr val="0F172A"/>
                </a:solidFill>
                <a:latin typeface="Noto Sans"/>
                <a:ea typeface="Noto Sans"/>
                <a:cs typeface="Noto Sans"/>
              </a:defRPr>
            </a:pPr>
            <a:r>
              <a:rPr sz="2025" b="0">
                <a:solidFill>
                  <a:srgbClr val="0F172A"/>
                </a:solidFill>
                <a:latin typeface="Noto Sans"/>
                <a:ea typeface="Noto Sans"/>
                <a:cs typeface="Noto Sans"/>
              </a:rPr>
              <a:t>An exact receipt after response loss</a:t>
            </a:r>
          </a:p>
          <a:p xmlns:a="http://schemas.openxmlformats.org/drawingml/2006/main">
            <a:r>
              <a:t/>
            </a:r>
          </a:p>
          <a:p xmlns:a="http://schemas.openxmlformats.org/drawingml/2006/main">
            <a:pPr>
              <a:defRPr sz="2025" b="0">
                <a:solidFill>
                  <a:srgbClr val="0F172A"/>
                </a:solidFill>
                <a:latin typeface="Noto Sans"/>
                <a:ea typeface="Noto Sans"/>
                <a:cs typeface="Noto Sans"/>
              </a:defRPr>
            </a:pPr>
            <a:r>
              <a:rPr sz="2025" b="0">
                <a:solidFill>
                  <a:srgbClr val="0F172A"/>
                </a:solidFill>
                <a:latin typeface="Noto Sans"/>
                <a:ea typeface="Noto Sans"/>
                <a:cs typeface="Noto Sans"/>
              </a:rPr>
              <a:t>Suppressed transient / unsafe promotion</a:t>
            </a:r>
          </a:p>
          <a:p xmlns:a="http://schemas.openxmlformats.org/drawingml/2006/main">
            <a:r>
              <a:t/>
            </a:r>
          </a:p>
          <a:p xmlns:a="http://schemas.openxmlformats.org/drawingml/2006/main">
            <a:pPr>
              <a:defRPr sz="2025" b="0">
                <a:solidFill>
                  <a:srgbClr val="0F172A"/>
                </a:solidFill>
                <a:latin typeface="Noto Sans"/>
                <a:ea typeface="Noto Sans"/>
                <a:cs typeface="Noto Sans"/>
              </a:defRPr>
            </a:pPr>
            <a:r>
              <a:rPr sz="2025" b="0">
                <a:solidFill>
                  <a:srgbClr val="0F172A"/>
                </a:solidFill>
                <a:latin typeface="Noto Sans"/>
                <a:ea typeface="Noto Sans"/>
                <a:cs typeface="Noto Sans"/>
              </a:rPr>
              <a:t>Stale writes rejected</a:t>
            </a:r>
          </a:p>
        </p:txBody>
      </p:sp>
      <p:sp>
        <p:nvSpPr>
          <p:cNvPr id="5" name="">
            <a:extLst xmlns:a="http://schemas.openxmlformats.org/drawingml/2006/main">
              <a:ext uri="{FF2B5EF4-FFF2-40B4-BE49-F238E27FC236}">
                <a16:creationId xmlns:a16="http://schemas.microsoft.com/office/drawing/2014/main" id="{5CCC4AC4-B48E-41DC-B4BF-6FE0F617115A}"/>
              </a:ext>
            </a:extLst>
          </p:cNvPr>
          <p:cNvSpPr>
            <a:spLocks xmlns:a="http://schemas.openxmlformats.org/drawingml/2006/main" noGrp="1"/>
          </p:cNvSpPr>
          <p:nvPr/>
        </p:nvSpPr>
        <p:spPr>
          <a:xfrm xmlns:a="http://schemas.openxmlformats.org/drawingml/2006/main">
            <a:off x="6667500" y="1562100"/>
            <a:ext cx="4838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563EB"/>
                </a:solidFill>
                <a:latin typeface="Noto Sans"/>
                <a:ea typeface="Noto Sans"/>
                <a:cs typeface="Noto Sans"/>
              </a:defRPr>
            </a:defPPr>
          </a:lstStyle>
          <a:p xmlns:a="http://schemas.openxmlformats.org/drawingml/2006/main">
            <a:pPr>
              <a:defRPr sz="2400" b="1">
                <a:solidFill>
                  <a:srgbClr val="2563EB"/>
                </a:solidFill>
                <a:latin typeface="Noto Sans"/>
                <a:ea typeface="Noto Sans"/>
                <a:cs typeface="Noto Sans"/>
              </a:defRPr>
            </a:pPr>
            <a:r>
              <a:rPr sz="2400" b="1">
                <a:solidFill>
                  <a:srgbClr val="2563EB"/>
                </a:solidFill>
                <a:latin typeface="Noto Sans"/>
                <a:ea typeface="Noto Sans"/>
                <a:cs typeface="Noto Sans"/>
              </a:rPr>
              <a:t>Recovery assumptions</a:t>
            </a:r>
          </a:p>
        </p:txBody>
      </p:sp>
      <p:sp>
        <p:nvSpPr>
          <p:cNvPr id="6" name="">
            <a:extLst xmlns:a="http://schemas.openxmlformats.org/drawingml/2006/main">
              <a:ext uri="{FF2B5EF4-FFF2-40B4-BE49-F238E27FC236}">
                <a16:creationId xmlns:a16="http://schemas.microsoft.com/office/drawing/2014/main" id="{11A2D0F8-5271-4296-88B3-0130B6ECBAFC}"/>
              </a:ext>
            </a:extLst>
          </p:cNvPr>
          <p:cNvSpPr>
            <a:spLocks xmlns:a="http://schemas.openxmlformats.org/drawingml/2006/main" noGrp="1"/>
          </p:cNvSpPr>
          <p:nvPr/>
        </p:nvSpPr>
        <p:spPr>
          <a:xfrm xmlns:a="http://schemas.openxmlformats.org/drawingml/2006/main">
            <a:off x="6667500" y="2266950"/>
            <a:ext cx="4838700" cy="3400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0F172A"/>
                </a:solidFill>
                <a:latin typeface="Noto Sans"/>
                <a:ea typeface="Noto Sans"/>
                <a:cs typeface="Noto Sans"/>
              </a:defRPr>
            </a:defPPr>
          </a:lstStyle>
          <a:p xmlns:a="http://schemas.openxmlformats.org/drawingml/2006/main">
            <a:pPr>
              <a:defRPr sz="2025" b="0">
                <a:solidFill>
                  <a:srgbClr val="0F172A"/>
                </a:solidFill>
                <a:latin typeface="Noto Sans"/>
                <a:ea typeface="Noto Sans"/>
                <a:cs typeface="Noto Sans"/>
              </a:defRPr>
            </a:pPr>
            <a:r>
              <a:rPr sz="2025" b="0">
                <a:solidFill>
                  <a:srgbClr val="0F172A"/>
                </a:solidFill>
                <a:latin typeface="Noto Sans"/>
                <a:ea typeface="Noto Sans"/>
                <a:cs typeface="Noto Sans"/>
              </a:rPr>
              <a:t>Regional data and control services</a:t>
            </a:r>
          </a:p>
          <a:p xmlns:a="http://schemas.openxmlformats.org/drawingml/2006/main">
            <a:pPr>
              <a:defRPr sz="2025" b="0">
                <a:solidFill>
                  <a:srgbClr val="0F172A"/>
                </a:solidFill>
                <a:latin typeface="Noto Sans"/>
                <a:ea typeface="Noto Sans"/>
                <a:cs typeface="Noto Sans"/>
              </a:defRPr>
            </a:pPr>
            <a:r>
              <a:rPr sz="2025" b="0">
                <a:solidFill>
                  <a:srgbClr val="0F172A"/>
                </a:solidFill>
                <a:latin typeface="Noto Sans"/>
                <a:ea typeface="Noto Sans"/>
                <a:cs typeface="Noto Sans"/>
              </a:rPr>
              <a:t>remain available.</a:t>
            </a:r>
          </a:p>
          <a:p xmlns:a="http://schemas.openxmlformats.org/drawingml/2006/main">
            <a:r>
              <a:t/>
            </a:r>
          </a:p>
          <a:p xmlns:a="http://schemas.openxmlformats.org/drawingml/2006/main">
            <a:pPr>
              <a:defRPr sz="2025" b="0">
                <a:solidFill>
                  <a:srgbClr val="0F172A"/>
                </a:solidFill>
                <a:latin typeface="Noto Sans"/>
                <a:ea typeface="Noto Sans"/>
                <a:cs typeface="Noto Sans"/>
              </a:defRPr>
            </a:pPr>
            <a:r>
              <a:rPr sz="2025" b="0">
                <a:solidFill>
                  <a:srgbClr val="0F172A"/>
                </a:solidFill>
                <a:latin typeface="Noto Sans"/>
                <a:ea typeface="Noto Sans"/>
                <a:cs typeface="Noto Sans"/>
              </a:rPr>
              <a:t>The original exam deadline continues.</a:t>
            </a:r>
          </a:p>
          <a:p xmlns:a="http://schemas.openxmlformats.org/drawingml/2006/main">
            <a:r>
              <a:t/>
            </a:r>
          </a:p>
          <a:p xmlns:a="http://schemas.openxmlformats.org/drawingml/2006/main">
            <a:pPr>
              <a:defRPr sz="2025" b="0">
                <a:solidFill>
                  <a:srgbClr val="0F172A"/>
                </a:solidFill>
                <a:latin typeface="Noto Sans"/>
                <a:ea typeface="Noto Sans"/>
                <a:cs typeface="Noto Sans"/>
              </a:defRPr>
            </a:pPr>
            <a:r>
              <a:rPr sz="2025" b="0">
                <a:solidFill>
                  <a:srgbClr val="0F172A"/>
                </a:solidFill>
                <a:latin typeface="Noto Sans"/>
                <a:ea typeface="Noto Sans"/>
                <a:cs typeface="Noto Sans"/>
              </a:rPr>
              <a:t>Measured prototype results apply</a:t>
            </a:r>
          </a:p>
          <a:p xmlns:a="http://schemas.openxmlformats.org/drawingml/2006/main">
            <a:pPr>
              <a:defRPr sz="2025" b="0">
                <a:solidFill>
                  <a:srgbClr val="0F172A"/>
                </a:solidFill>
                <a:latin typeface="Noto Sans"/>
                <a:ea typeface="Noto Sans"/>
                <a:cs typeface="Noto Sans"/>
              </a:defRPr>
            </a:pPr>
            <a:r>
              <a:rPr sz="2025" b="0">
                <a:solidFill>
                  <a:srgbClr val="0F172A"/>
                </a:solidFill>
                <a:latin typeface="Noto Sans"/>
                <a:ea typeface="Noto Sans"/>
                <a:cs typeface="Noto Sans"/>
              </a:rPr>
              <a:t>to this bounded application workload.</a:t>
            </a:r>
          </a:p>
        </p:txBody>
      </p:sp>
      <p:sp>
        <p:nvSpPr>
          <p:cNvPr id="7" name="">
            <a:extLst xmlns:a="http://schemas.openxmlformats.org/drawingml/2006/main">
              <a:ext uri="{FF2B5EF4-FFF2-40B4-BE49-F238E27FC236}">
                <a16:creationId xmlns:a16="http://schemas.microsoft.com/office/drawing/2014/main" id="{75214233-6F7F-4900-8476-059AF8D87E89}"/>
              </a:ext>
            </a:extLst>
          </p:cNvPr>
          <p:cNvSpPr>
            <a:spLocks xmlns:a="http://schemas.openxmlformats.org/drawingml/2006/main" noGrp="1"/>
          </p:cNvSpPr>
          <p:nvPr/>
        </p:nvSpPr>
        <p:spPr>
          <a:xfrm xmlns:a="http://schemas.openxmlformats.org/drawingml/2006/main">
            <a:off x="685800" y="60293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475569"/>
                </a:solidFill>
                <a:latin typeface="Noto Sans"/>
                <a:ea typeface="Noto Sans"/>
                <a:cs typeface="Noto Sans"/>
              </a:defRPr>
            </a:defPPr>
          </a:lstStyle>
          <a:p xmlns:a="http://schemas.openxmlformats.org/drawingml/2006/main">
            <a:pPr>
              <a:defRPr sz="1800" b="0">
                <a:solidFill>
                  <a:srgbClr val="475569"/>
                </a:solidFill>
                <a:latin typeface="Noto Sans"/>
                <a:ea typeface="Noto Sans"/>
                <a:cs typeface="Noto Sans"/>
              </a:defRPr>
            </a:pPr>
            <a:r>
              <a:rPr sz="1800" b="0">
                <a:solidFill>
                  <a:srgbClr val="475569"/>
                </a:solidFill>
                <a:latin typeface="Noto Sans"/>
                <a:ea typeface="Noto Sans"/>
                <a:cs typeface="Noto Sans"/>
              </a:rPr>
              <a:t>Go race checks · Frontend tests · Infrastructure validation</a:t>
            </a:r>
          </a:p>
        </p:txBody>
      </p:sp>
    </p:spTree>
    <p:extLst>
      <p:ext uri="{BB962C8B-B14F-4D97-AF65-F5344CB8AC3E}">
        <p14:creationId xmlns:p14="http://schemas.microsoft.com/office/powerpoint/2010/main" val="12398551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2026-10-11T03:12:22.8110000Z</dcterms:created>
  <dcterms:modified xsi:type="dcterms:W3CDTF">2026-10-11T03:12:22.8110000Z</dcterms:modified>
</coreProperties>
</file>